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559" r:id="rId2"/>
    <p:sldId id="564" r:id="rId3"/>
    <p:sldId id="561" r:id="rId4"/>
    <p:sldId id="565" r:id="rId5"/>
    <p:sldId id="563" r:id="rId6"/>
    <p:sldId id="562" r:id="rId7"/>
    <p:sldId id="557" r:id="rId8"/>
    <p:sldId id="560" r:id="rId9"/>
    <p:sldId id="567" r:id="rId10"/>
    <p:sldId id="566" r:id="rId11"/>
    <p:sldId id="568" r:id="rId12"/>
    <p:sldId id="569" r:id="rId13"/>
    <p:sldId id="571" r:id="rId14"/>
    <p:sldId id="572" r:id="rId15"/>
    <p:sldId id="570" r:id="rId16"/>
    <p:sldId id="573" r:id="rId17"/>
    <p:sldId id="574" r:id="rId18"/>
    <p:sldId id="575" r:id="rId19"/>
    <p:sldId id="576" r:id="rId20"/>
    <p:sldId id="577" r:id="rId21"/>
    <p:sldId id="578" r:id="rId22"/>
    <p:sldId id="580" r:id="rId23"/>
    <p:sldId id="581" r:id="rId24"/>
    <p:sldId id="582" r:id="rId25"/>
    <p:sldId id="583" r:id="rId26"/>
    <p:sldId id="57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418" y="41"/>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F957D-B073-43A4-8422-A6697E6E7901}" type="datetimeFigureOut">
              <a:rPr lang="en-GB" smtClean="0"/>
              <a:t>08/09/2026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355181-F1F2-4029-8020-90FBC9F924C6}" type="slidenum">
              <a:rPr lang="en-GB" smtClean="0"/>
              <a:t>‹Nº›</a:t>
            </a:fld>
            <a:endParaRPr lang="en-GB"/>
          </a:p>
        </p:txBody>
      </p:sp>
    </p:spTree>
    <p:extLst>
      <p:ext uri="{BB962C8B-B14F-4D97-AF65-F5344CB8AC3E}">
        <p14:creationId xmlns:p14="http://schemas.microsoft.com/office/powerpoint/2010/main" val="2272719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9085C-C88C-C0CD-8B4D-87D0A026F0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A7AE1D-2727-8969-1768-985C8EBCCED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3C61B57-2233-F86F-6609-B60E0CC7D98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A649930-6FBC-121C-02C2-DBD7CDC8F362}"/>
              </a:ext>
            </a:extLst>
          </p:cNvPr>
          <p:cNvSpPr>
            <a:spLocks noGrp="1"/>
          </p:cNvSpPr>
          <p:nvPr>
            <p:ph type="sldNum" sz="quarter" idx="5"/>
          </p:nvPr>
        </p:nvSpPr>
        <p:spPr/>
        <p:txBody>
          <a:bodyPr/>
          <a:lstStyle/>
          <a:p>
            <a:fld id="{0CFDB980-7044-4EAF-8703-D60781BB4B50}" type="slidenum">
              <a:rPr lang="en-GB" smtClean="0"/>
              <a:t>1</a:t>
            </a:fld>
            <a:endParaRPr lang="en-GB"/>
          </a:p>
        </p:txBody>
      </p:sp>
    </p:spTree>
    <p:extLst>
      <p:ext uri="{BB962C8B-B14F-4D97-AF65-F5344CB8AC3E}">
        <p14:creationId xmlns:p14="http://schemas.microsoft.com/office/powerpoint/2010/main" val="1021959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61F7D-98BF-F156-8765-D89D088F46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4EEE7-5F84-82A7-2B04-3448B756BA0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8ACF484-3D9E-CFDC-39E3-1BAC03EF03B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93B9102-802E-1092-D49B-21999EF230DF}"/>
              </a:ext>
            </a:extLst>
          </p:cNvPr>
          <p:cNvSpPr>
            <a:spLocks noGrp="1"/>
          </p:cNvSpPr>
          <p:nvPr>
            <p:ph type="sldNum" sz="quarter" idx="5"/>
          </p:nvPr>
        </p:nvSpPr>
        <p:spPr/>
        <p:txBody>
          <a:bodyPr/>
          <a:lstStyle/>
          <a:p>
            <a:fld id="{0CFDB980-7044-4EAF-8703-D60781BB4B50}" type="slidenum">
              <a:rPr lang="en-GB" smtClean="0"/>
              <a:t>2</a:t>
            </a:fld>
            <a:endParaRPr lang="en-GB"/>
          </a:p>
        </p:txBody>
      </p:sp>
    </p:spTree>
    <p:extLst>
      <p:ext uri="{BB962C8B-B14F-4D97-AF65-F5344CB8AC3E}">
        <p14:creationId xmlns:p14="http://schemas.microsoft.com/office/powerpoint/2010/main" val="3962848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6846F-FA87-8506-4493-64E0DA7BE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114928-125E-D1BB-554A-FF6A94A7CB0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E387179-C335-59C7-0F0C-9BEA3C482DC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3207DC7-8409-4C6D-4E69-47EE89D72524}"/>
              </a:ext>
            </a:extLst>
          </p:cNvPr>
          <p:cNvSpPr>
            <a:spLocks noGrp="1"/>
          </p:cNvSpPr>
          <p:nvPr>
            <p:ph type="sldNum" sz="quarter" idx="5"/>
          </p:nvPr>
        </p:nvSpPr>
        <p:spPr/>
        <p:txBody>
          <a:bodyPr/>
          <a:lstStyle/>
          <a:p>
            <a:fld id="{0CFDB980-7044-4EAF-8703-D60781BB4B50}" type="slidenum">
              <a:rPr lang="en-GB" smtClean="0"/>
              <a:t>3</a:t>
            </a:fld>
            <a:endParaRPr lang="en-GB"/>
          </a:p>
        </p:txBody>
      </p:sp>
    </p:spTree>
    <p:extLst>
      <p:ext uri="{BB962C8B-B14F-4D97-AF65-F5344CB8AC3E}">
        <p14:creationId xmlns:p14="http://schemas.microsoft.com/office/powerpoint/2010/main" val="267364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2E7EE-2E43-7309-93D0-649A85CF55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EE0C95-70C0-518B-EE31-8D2719EE9E3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ADEF2F1-BCAB-0C11-41EC-22808434AA6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48185D0-C3C5-BD8C-602C-75922B0378EA}"/>
              </a:ext>
            </a:extLst>
          </p:cNvPr>
          <p:cNvSpPr>
            <a:spLocks noGrp="1"/>
          </p:cNvSpPr>
          <p:nvPr>
            <p:ph type="sldNum" sz="quarter" idx="5"/>
          </p:nvPr>
        </p:nvSpPr>
        <p:spPr/>
        <p:txBody>
          <a:bodyPr/>
          <a:lstStyle/>
          <a:p>
            <a:fld id="{0CFDB980-7044-4EAF-8703-D60781BB4B50}" type="slidenum">
              <a:rPr lang="en-GB" smtClean="0"/>
              <a:t>4</a:t>
            </a:fld>
            <a:endParaRPr lang="en-GB"/>
          </a:p>
        </p:txBody>
      </p:sp>
    </p:spTree>
    <p:extLst>
      <p:ext uri="{BB962C8B-B14F-4D97-AF65-F5344CB8AC3E}">
        <p14:creationId xmlns:p14="http://schemas.microsoft.com/office/powerpoint/2010/main" val="19647690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53C46-8445-2ECB-89C7-19E65AFB1E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F3CA9E-E893-12CC-9274-46F7B024D33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2857A17-FD3D-702D-305B-96C7E21C020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03D12D7-D934-A197-FE18-C3AA81EDF5C2}"/>
              </a:ext>
            </a:extLst>
          </p:cNvPr>
          <p:cNvSpPr>
            <a:spLocks noGrp="1"/>
          </p:cNvSpPr>
          <p:nvPr>
            <p:ph type="sldNum" sz="quarter" idx="5"/>
          </p:nvPr>
        </p:nvSpPr>
        <p:spPr/>
        <p:txBody>
          <a:bodyPr/>
          <a:lstStyle/>
          <a:p>
            <a:fld id="{0CFDB980-7044-4EAF-8703-D60781BB4B50}" type="slidenum">
              <a:rPr lang="en-GB" smtClean="0"/>
              <a:t>5</a:t>
            </a:fld>
            <a:endParaRPr lang="en-GB"/>
          </a:p>
        </p:txBody>
      </p:sp>
    </p:spTree>
    <p:extLst>
      <p:ext uri="{BB962C8B-B14F-4D97-AF65-F5344CB8AC3E}">
        <p14:creationId xmlns:p14="http://schemas.microsoft.com/office/powerpoint/2010/main" val="3756871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3F45D-EC30-3832-646A-0CDABB5BAE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281638-62CB-3431-226E-49062137767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E3B0DB6-6224-7A2C-BFB7-BBFFFE5294D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E76E3C4-2D61-BECC-B8B2-A9D6C5B5E842}"/>
              </a:ext>
            </a:extLst>
          </p:cNvPr>
          <p:cNvSpPr>
            <a:spLocks noGrp="1"/>
          </p:cNvSpPr>
          <p:nvPr>
            <p:ph type="sldNum" sz="quarter" idx="5"/>
          </p:nvPr>
        </p:nvSpPr>
        <p:spPr/>
        <p:txBody>
          <a:bodyPr/>
          <a:lstStyle/>
          <a:p>
            <a:fld id="{0CFDB980-7044-4EAF-8703-D60781BB4B50}" type="slidenum">
              <a:rPr lang="en-GB" smtClean="0"/>
              <a:t>6</a:t>
            </a:fld>
            <a:endParaRPr lang="en-GB"/>
          </a:p>
        </p:txBody>
      </p:sp>
    </p:spTree>
    <p:extLst>
      <p:ext uri="{BB962C8B-B14F-4D97-AF65-F5344CB8AC3E}">
        <p14:creationId xmlns:p14="http://schemas.microsoft.com/office/powerpoint/2010/main" val="35746621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3F2B5-C734-E101-99E1-ABBE3C8E8C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602F01-8373-D1A9-0AF1-2DC158FA395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39EDDC3-7911-5008-6221-98F54864CE1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378E92A-C5C4-87CD-F85B-08B82B4FEFC1}"/>
              </a:ext>
            </a:extLst>
          </p:cNvPr>
          <p:cNvSpPr>
            <a:spLocks noGrp="1"/>
          </p:cNvSpPr>
          <p:nvPr>
            <p:ph type="sldNum" sz="quarter" idx="5"/>
          </p:nvPr>
        </p:nvSpPr>
        <p:spPr/>
        <p:txBody>
          <a:bodyPr/>
          <a:lstStyle/>
          <a:p>
            <a:fld id="{0CFDB980-7044-4EAF-8703-D60781BB4B50}" type="slidenum">
              <a:rPr lang="en-GB" smtClean="0"/>
              <a:t>7</a:t>
            </a:fld>
            <a:endParaRPr lang="en-GB"/>
          </a:p>
        </p:txBody>
      </p:sp>
    </p:spTree>
    <p:extLst>
      <p:ext uri="{BB962C8B-B14F-4D97-AF65-F5344CB8AC3E}">
        <p14:creationId xmlns:p14="http://schemas.microsoft.com/office/powerpoint/2010/main" val="3129399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ECC5E-3AD1-CC3E-9EDB-66FB80EDD8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6015E6-B4EB-D874-7397-64A1B7EBAFA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13DE54B-30FD-D413-FE43-47494CE1422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61F3F26-FC0A-605E-9D6D-5B9840879BBD}"/>
              </a:ext>
            </a:extLst>
          </p:cNvPr>
          <p:cNvSpPr>
            <a:spLocks noGrp="1"/>
          </p:cNvSpPr>
          <p:nvPr>
            <p:ph type="sldNum" sz="quarter" idx="5"/>
          </p:nvPr>
        </p:nvSpPr>
        <p:spPr/>
        <p:txBody>
          <a:bodyPr/>
          <a:lstStyle/>
          <a:p>
            <a:fld id="{0CFDB980-7044-4EAF-8703-D60781BB4B50}" type="slidenum">
              <a:rPr lang="en-GB" smtClean="0"/>
              <a:t>8</a:t>
            </a:fld>
            <a:endParaRPr lang="en-GB"/>
          </a:p>
        </p:txBody>
      </p:sp>
    </p:spTree>
    <p:extLst>
      <p:ext uri="{BB962C8B-B14F-4D97-AF65-F5344CB8AC3E}">
        <p14:creationId xmlns:p14="http://schemas.microsoft.com/office/powerpoint/2010/main" val="2328070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31DDA-5619-E6CC-1615-912100DD5D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5EAD0-F595-CAFF-1898-15B14BB55B8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D4AE44C-880B-CCF6-0FDF-0553BFCEB39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BF33742-6D36-987E-FDA2-0BB1217D159A}"/>
              </a:ext>
            </a:extLst>
          </p:cNvPr>
          <p:cNvSpPr>
            <a:spLocks noGrp="1"/>
          </p:cNvSpPr>
          <p:nvPr>
            <p:ph type="sldNum" sz="quarter" idx="5"/>
          </p:nvPr>
        </p:nvSpPr>
        <p:spPr/>
        <p:txBody>
          <a:bodyPr/>
          <a:lstStyle/>
          <a:p>
            <a:fld id="{0CFDB980-7044-4EAF-8703-D60781BB4B50}" type="slidenum">
              <a:rPr lang="en-GB" smtClean="0"/>
              <a:t>9</a:t>
            </a:fld>
            <a:endParaRPr lang="en-GB"/>
          </a:p>
        </p:txBody>
      </p:sp>
    </p:spTree>
    <p:extLst>
      <p:ext uri="{BB962C8B-B14F-4D97-AF65-F5344CB8AC3E}">
        <p14:creationId xmlns:p14="http://schemas.microsoft.com/office/powerpoint/2010/main" val="3520815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ED0A0-6CB1-A831-00D3-F776B5BB52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EFEDE-759D-63B1-4971-2731D681A50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00D3925-8BDE-20EE-1AF3-2B1C1AAE5A7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ABF0AB0-7AB0-F482-F101-F1DF7031071E}"/>
              </a:ext>
            </a:extLst>
          </p:cNvPr>
          <p:cNvSpPr>
            <a:spLocks noGrp="1"/>
          </p:cNvSpPr>
          <p:nvPr>
            <p:ph type="sldNum" sz="quarter" idx="5"/>
          </p:nvPr>
        </p:nvSpPr>
        <p:spPr/>
        <p:txBody>
          <a:bodyPr/>
          <a:lstStyle/>
          <a:p>
            <a:fld id="{0CFDB980-7044-4EAF-8703-D60781BB4B50}" type="slidenum">
              <a:rPr lang="en-GB" smtClean="0"/>
              <a:t>10</a:t>
            </a:fld>
            <a:endParaRPr lang="en-GB"/>
          </a:p>
        </p:txBody>
      </p:sp>
    </p:spTree>
    <p:extLst>
      <p:ext uri="{BB962C8B-B14F-4D97-AF65-F5344CB8AC3E}">
        <p14:creationId xmlns:p14="http://schemas.microsoft.com/office/powerpoint/2010/main" val="5434101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2938F-426D-5435-33D2-23B8F7A1E4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0C2300-95C7-F9BD-5F28-5A1918A9C6A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F4737B3-6197-FC84-0EF5-5F75CB22829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B921A02-CA20-CB85-291D-95F0E378D14A}"/>
              </a:ext>
            </a:extLst>
          </p:cNvPr>
          <p:cNvSpPr>
            <a:spLocks noGrp="1"/>
          </p:cNvSpPr>
          <p:nvPr>
            <p:ph type="sldNum" sz="quarter" idx="5"/>
          </p:nvPr>
        </p:nvSpPr>
        <p:spPr/>
        <p:txBody>
          <a:bodyPr/>
          <a:lstStyle/>
          <a:p>
            <a:fld id="{0CFDB980-7044-4EAF-8703-D60781BB4B50}" type="slidenum">
              <a:rPr lang="en-GB" smtClean="0"/>
              <a:t>11</a:t>
            </a:fld>
            <a:endParaRPr lang="en-GB"/>
          </a:p>
        </p:txBody>
      </p:sp>
    </p:spTree>
    <p:extLst>
      <p:ext uri="{BB962C8B-B14F-4D97-AF65-F5344CB8AC3E}">
        <p14:creationId xmlns:p14="http://schemas.microsoft.com/office/powerpoint/2010/main" val="11608593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57375-8E14-BD7E-B8D5-13FBC358D3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DE81F-BBDC-B139-E1D8-DE938EED800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A42357F-8FC2-E313-4B1D-ABBB78A2BC4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6DC2858-72EB-32FF-CF65-2444262ACB8A}"/>
              </a:ext>
            </a:extLst>
          </p:cNvPr>
          <p:cNvSpPr>
            <a:spLocks noGrp="1"/>
          </p:cNvSpPr>
          <p:nvPr>
            <p:ph type="sldNum" sz="quarter" idx="5"/>
          </p:nvPr>
        </p:nvSpPr>
        <p:spPr/>
        <p:txBody>
          <a:bodyPr/>
          <a:lstStyle/>
          <a:p>
            <a:fld id="{0CFDB980-7044-4EAF-8703-D60781BB4B50}" type="slidenum">
              <a:rPr lang="en-GB" smtClean="0"/>
              <a:t>12</a:t>
            </a:fld>
            <a:endParaRPr lang="en-GB"/>
          </a:p>
        </p:txBody>
      </p:sp>
    </p:spTree>
    <p:extLst>
      <p:ext uri="{BB962C8B-B14F-4D97-AF65-F5344CB8AC3E}">
        <p14:creationId xmlns:p14="http://schemas.microsoft.com/office/powerpoint/2010/main" val="36436633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D0A64-B3CF-503B-6A1C-CF6D26E0A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F8318-C350-E566-679A-2CAC5F6948C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5D38FAD-31F2-87BE-666D-10A64E51E21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A125176-397D-BD2E-5302-232CC7FB8370}"/>
              </a:ext>
            </a:extLst>
          </p:cNvPr>
          <p:cNvSpPr>
            <a:spLocks noGrp="1"/>
          </p:cNvSpPr>
          <p:nvPr>
            <p:ph type="sldNum" sz="quarter" idx="5"/>
          </p:nvPr>
        </p:nvSpPr>
        <p:spPr/>
        <p:txBody>
          <a:bodyPr/>
          <a:lstStyle/>
          <a:p>
            <a:fld id="{0CFDB980-7044-4EAF-8703-D60781BB4B50}" type="slidenum">
              <a:rPr lang="en-GB" smtClean="0"/>
              <a:t>13</a:t>
            </a:fld>
            <a:endParaRPr lang="en-GB"/>
          </a:p>
        </p:txBody>
      </p:sp>
    </p:spTree>
    <p:extLst>
      <p:ext uri="{BB962C8B-B14F-4D97-AF65-F5344CB8AC3E}">
        <p14:creationId xmlns:p14="http://schemas.microsoft.com/office/powerpoint/2010/main" val="20571227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053DA-6D24-7379-DE57-F5E8863F6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61D9E2-153A-EA0B-5003-516337F8174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88E8813-BB98-9D50-2C7E-AC9FC6099AB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1F9DAE7-560F-8819-B78F-2229D0C8E2FC}"/>
              </a:ext>
            </a:extLst>
          </p:cNvPr>
          <p:cNvSpPr>
            <a:spLocks noGrp="1"/>
          </p:cNvSpPr>
          <p:nvPr>
            <p:ph type="sldNum" sz="quarter" idx="5"/>
          </p:nvPr>
        </p:nvSpPr>
        <p:spPr/>
        <p:txBody>
          <a:bodyPr/>
          <a:lstStyle/>
          <a:p>
            <a:fld id="{0CFDB980-7044-4EAF-8703-D60781BB4B50}" type="slidenum">
              <a:rPr lang="en-GB" smtClean="0"/>
              <a:t>14</a:t>
            </a:fld>
            <a:endParaRPr lang="en-GB"/>
          </a:p>
        </p:txBody>
      </p:sp>
    </p:spTree>
    <p:extLst>
      <p:ext uri="{BB962C8B-B14F-4D97-AF65-F5344CB8AC3E}">
        <p14:creationId xmlns:p14="http://schemas.microsoft.com/office/powerpoint/2010/main" val="34533850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7632F-5BFD-48EC-0E1C-3C93318C7F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8D55DE-CF36-1429-60B0-B216E5C8F33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FE4A3FE-A5A8-0EF3-3993-83A3F0829B3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C0BED0E-864F-EC86-81BD-F561BFD8F51A}"/>
              </a:ext>
            </a:extLst>
          </p:cNvPr>
          <p:cNvSpPr>
            <a:spLocks noGrp="1"/>
          </p:cNvSpPr>
          <p:nvPr>
            <p:ph type="sldNum" sz="quarter" idx="5"/>
          </p:nvPr>
        </p:nvSpPr>
        <p:spPr/>
        <p:txBody>
          <a:bodyPr/>
          <a:lstStyle/>
          <a:p>
            <a:fld id="{0CFDB980-7044-4EAF-8703-D60781BB4B50}" type="slidenum">
              <a:rPr lang="en-GB" smtClean="0"/>
              <a:t>15</a:t>
            </a:fld>
            <a:endParaRPr lang="en-GB"/>
          </a:p>
        </p:txBody>
      </p:sp>
    </p:spTree>
    <p:extLst>
      <p:ext uri="{BB962C8B-B14F-4D97-AF65-F5344CB8AC3E}">
        <p14:creationId xmlns:p14="http://schemas.microsoft.com/office/powerpoint/2010/main" val="36113905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3ABDC-3A53-D347-51D5-96E9971CAB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25DEA9-C616-3CB4-8149-81E702C2CD0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FF6A200-3ECB-22E3-AD05-F6B99CFE787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282CA7C-255F-8C66-0977-6BAB3FBAF781}"/>
              </a:ext>
            </a:extLst>
          </p:cNvPr>
          <p:cNvSpPr>
            <a:spLocks noGrp="1"/>
          </p:cNvSpPr>
          <p:nvPr>
            <p:ph type="sldNum" sz="quarter" idx="5"/>
          </p:nvPr>
        </p:nvSpPr>
        <p:spPr/>
        <p:txBody>
          <a:bodyPr/>
          <a:lstStyle/>
          <a:p>
            <a:fld id="{0CFDB980-7044-4EAF-8703-D60781BB4B50}" type="slidenum">
              <a:rPr lang="en-GB" smtClean="0"/>
              <a:t>16</a:t>
            </a:fld>
            <a:endParaRPr lang="en-GB"/>
          </a:p>
        </p:txBody>
      </p:sp>
    </p:spTree>
    <p:extLst>
      <p:ext uri="{BB962C8B-B14F-4D97-AF65-F5344CB8AC3E}">
        <p14:creationId xmlns:p14="http://schemas.microsoft.com/office/powerpoint/2010/main" val="33611417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7E2C8-DD35-08C8-0ED0-BCA1FA1B1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D68EC9-5DD7-0948-C65C-D0181399D3B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45C2B00-97B4-23C2-EBCB-68E83E3481C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E413D27-4E5E-79C4-EB43-AEF37A73F53C}"/>
              </a:ext>
            </a:extLst>
          </p:cNvPr>
          <p:cNvSpPr>
            <a:spLocks noGrp="1"/>
          </p:cNvSpPr>
          <p:nvPr>
            <p:ph type="sldNum" sz="quarter" idx="5"/>
          </p:nvPr>
        </p:nvSpPr>
        <p:spPr/>
        <p:txBody>
          <a:bodyPr/>
          <a:lstStyle/>
          <a:p>
            <a:fld id="{0CFDB980-7044-4EAF-8703-D60781BB4B50}" type="slidenum">
              <a:rPr lang="en-GB" smtClean="0"/>
              <a:t>17</a:t>
            </a:fld>
            <a:endParaRPr lang="en-GB"/>
          </a:p>
        </p:txBody>
      </p:sp>
    </p:spTree>
    <p:extLst>
      <p:ext uri="{BB962C8B-B14F-4D97-AF65-F5344CB8AC3E}">
        <p14:creationId xmlns:p14="http://schemas.microsoft.com/office/powerpoint/2010/main" val="41926264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98BF8-8E54-A977-990C-5FBE209C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8B2A0E-4A30-88E8-4E84-B53541C3AD5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1A63B84-F388-CAE3-884C-64659CADD7A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6DF5AA8-EAE8-E932-4FE6-FD565F4860F2}"/>
              </a:ext>
            </a:extLst>
          </p:cNvPr>
          <p:cNvSpPr>
            <a:spLocks noGrp="1"/>
          </p:cNvSpPr>
          <p:nvPr>
            <p:ph type="sldNum" sz="quarter" idx="5"/>
          </p:nvPr>
        </p:nvSpPr>
        <p:spPr/>
        <p:txBody>
          <a:bodyPr/>
          <a:lstStyle/>
          <a:p>
            <a:fld id="{0CFDB980-7044-4EAF-8703-D60781BB4B50}" type="slidenum">
              <a:rPr lang="en-GB" smtClean="0"/>
              <a:t>18</a:t>
            </a:fld>
            <a:endParaRPr lang="en-GB"/>
          </a:p>
        </p:txBody>
      </p:sp>
    </p:spTree>
    <p:extLst>
      <p:ext uri="{BB962C8B-B14F-4D97-AF65-F5344CB8AC3E}">
        <p14:creationId xmlns:p14="http://schemas.microsoft.com/office/powerpoint/2010/main" val="26721455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71E22-8F87-54CB-5EB9-BAC2641B48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DB5D5-721E-CA08-45F1-3C97C4807E4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7DB719C-1D06-F45F-F0A7-A206F6339D3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78B4F74-21D2-84A8-AA94-F011D15EE829}"/>
              </a:ext>
            </a:extLst>
          </p:cNvPr>
          <p:cNvSpPr>
            <a:spLocks noGrp="1"/>
          </p:cNvSpPr>
          <p:nvPr>
            <p:ph type="sldNum" sz="quarter" idx="5"/>
          </p:nvPr>
        </p:nvSpPr>
        <p:spPr/>
        <p:txBody>
          <a:bodyPr/>
          <a:lstStyle/>
          <a:p>
            <a:fld id="{0CFDB980-7044-4EAF-8703-D60781BB4B50}" type="slidenum">
              <a:rPr lang="en-GB" smtClean="0"/>
              <a:t>19</a:t>
            </a:fld>
            <a:endParaRPr lang="en-GB"/>
          </a:p>
        </p:txBody>
      </p:sp>
    </p:spTree>
    <p:extLst>
      <p:ext uri="{BB962C8B-B14F-4D97-AF65-F5344CB8AC3E}">
        <p14:creationId xmlns:p14="http://schemas.microsoft.com/office/powerpoint/2010/main" val="40612921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5DAE8-1BCB-27E3-5E0D-6418B5D478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EC557-2A8F-DA6B-693B-1A8FF736354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FEBD3CA-68AD-83C9-A952-4D1B3247017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2475F8F-987D-4B0D-6C49-362C611708EE}"/>
              </a:ext>
            </a:extLst>
          </p:cNvPr>
          <p:cNvSpPr>
            <a:spLocks noGrp="1"/>
          </p:cNvSpPr>
          <p:nvPr>
            <p:ph type="sldNum" sz="quarter" idx="5"/>
          </p:nvPr>
        </p:nvSpPr>
        <p:spPr/>
        <p:txBody>
          <a:bodyPr/>
          <a:lstStyle/>
          <a:p>
            <a:fld id="{0CFDB980-7044-4EAF-8703-D60781BB4B50}" type="slidenum">
              <a:rPr lang="en-GB" smtClean="0"/>
              <a:t>20</a:t>
            </a:fld>
            <a:endParaRPr lang="en-GB"/>
          </a:p>
        </p:txBody>
      </p:sp>
    </p:spTree>
    <p:extLst>
      <p:ext uri="{BB962C8B-B14F-4D97-AF65-F5344CB8AC3E}">
        <p14:creationId xmlns:p14="http://schemas.microsoft.com/office/powerpoint/2010/main" val="18044408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5979A-14D9-9DFF-AA29-6BBE1F2E51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BE6406-7BAA-021F-FB2F-3101B27D28E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B2CFFD4-D588-1575-2C59-98DE2D1E49D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C7B6756-738E-8965-7DE2-221F6DCB2768}"/>
              </a:ext>
            </a:extLst>
          </p:cNvPr>
          <p:cNvSpPr>
            <a:spLocks noGrp="1"/>
          </p:cNvSpPr>
          <p:nvPr>
            <p:ph type="sldNum" sz="quarter" idx="5"/>
          </p:nvPr>
        </p:nvSpPr>
        <p:spPr/>
        <p:txBody>
          <a:bodyPr/>
          <a:lstStyle/>
          <a:p>
            <a:fld id="{0CFDB980-7044-4EAF-8703-D60781BB4B50}" type="slidenum">
              <a:rPr lang="en-GB" smtClean="0"/>
              <a:t>21</a:t>
            </a:fld>
            <a:endParaRPr lang="en-GB"/>
          </a:p>
        </p:txBody>
      </p:sp>
    </p:spTree>
    <p:extLst>
      <p:ext uri="{BB962C8B-B14F-4D97-AF65-F5344CB8AC3E}">
        <p14:creationId xmlns:p14="http://schemas.microsoft.com/office/powerpoint/2010/main" val="42755033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8EC02-EB06-7DC7-E071-9BFA336C2B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502EF0-0374-99EF-A41A-5AB8066137B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67E56E9-F7C1-DE84-954B-08C9F310BAB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C361C73-780A-2CEE-7BFC-7F760FA2D6FD}"/>
              </a:ext>
            </a:extLst>
          </p:cNvPr>
          <p:cNvSpPr>
            <a:spLocks noGrp="1"/>
          </p:cNvSpPr>
          <p:nvPr>
            <p:ph type="sldNum" sz="quarter" idx="5"/>
          </p:nvPr>
        </p:nvSpPr>
        <p:spPr/>
        <p:txBody>
          <a:bodyPr/>
          <a:lstStyle/>
          <a:p>
            <a:fld id="{0CFDB980-7044-4EAF-8703-D60781BB4B50}" type="slidenum">
              <a:rPr lang="en-GB" smtClean="0"/>
              <a:t>22</a:t>
            </a:fld>
            <a:endParaRPr lang="en-GB"/>
          </a:p>
        </p:txBody>
      </p:sp>
    </p:spTree>
    <p:extLst>
      <p:ext uri="{BB962C8B-B14F-4D97-AF65-F5344CB8AC3E}">
        <p14:creationId xmlns:p14="http://schemas.microsoft.com/office/powerpoint/2010/main" val="27585960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8E99C-EFF6-57A9-C18A-49942B953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1EA728-80B8-31EE-0FC4-734D4D7414C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B7D4578-BD93-21DB-3899-3C119F0B891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200AEBC-B5B7-4822-BD20-182A858E289D}"/>
              </a:ext>
            </a:extLst>
          </p:cNvPr>
          <p:cNvSpPr>
            <a:spLocks noGrp="1"/>
          </p:cNvSpPr>
          <p:nvPr>
            <p:ph type="sldNum" sz="quarter" idx="5"/>
          </p:nvPr>
        </p:nvSpPr>
        <p:spPr/>
        <p:txBody>
          <a:bodyPr/>
          <a:lstStyle/>
          <a:p>
            <a:fld id="{0CFDB980-7044-4EAF-8703-D60781BB4B50}" type="slidenum">
              <a:rPr lang="en-GB" smtClean="0"/>
              <a:t>23</a:t>
            </a:fld>
            <a:endParaRPr lang="en-GB"/>
          </a:p>
        </p:txBody>
      </p:sp>
    </p:spTree>
    <p:extLst>
      <p:ext uri="{BB962C8B-B14F-4D97-AF65-F5344CB8AC3E}">
        <p14:creationId xmlns:p14="http://schemas.microsoft.com/office/powerpoint/2010/main" val="18419582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D8370-70A9-C8DD-05B3-BFE4E92EB2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8A3C89-897B-2610-2FBD-AB3D2148E1D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7E89CA7-B2F2-6BB2-1FA4-B1D6409DF6E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10B938E-DADF-FB16-3661-C9F85746A885}"/>
              </a:ext>
            </a:extLst>
          </p:cNvPr>
          <p:cNvSpPr>
            <a:spLocks noGrp="1"/>
          </p:cNvSpPr>
          <p:nvPr>
            <p:ph type="sldNum" sz="quarter" idx="5"/>
          </p:nvPr>
        </p:nvSpPr>
        <p:spPr/>
        <p:txBody>
          <a:bodyPr/>
          <a:lstStyle/>
          <a:p>
            <a:fld id="{0CFDB980-7044-4EAF-8703-D60781BB4B50}" type="slidenum">
              <a:rPr lang="en-GB" smtClean="0"/>
              <a:t>24</a:t>
            </a:fld>
            <a:endParaRPr lang="en-GB"/>
          </a:p>
        </p:txBody>
      </p:sp>
    </p:spTree>
    <p:extLst>
      <p:ext uri="{BB962C8B-B14F-4D97-AF65-F5344CB8AC3E}">
        <p14:creationId xmlns:p14="http://schemas.microsoft.com/office/powerpoint/2010/main" val="8255563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4EB44-9846-FBF7-D072-FB48620EC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A5BA2-B6F2-AE67-4A04-09394C79A9B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4E9F7C6-1DB7-2F41-E804-1D8AD7493C3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6FA4264-E2CE-5981-54AE-8B430B41BAF4}"/>
              </a:ext>
            </a:extLst>
          </p:cNvPr>
          <p:cNvSpPr>
            <a:spLocks noGrp="1"/>
          </p:cNvSpPr>
          <p:nvPr>
            <p:ph type="sldNum" sz="quarter" idx="5"/>
          </p:nvPr>
        </p:nvSpPr>
        <p:spPr/>
        <p:txBody>
          <a:bodyPr/>
          <a:lstStyle/>
          <a:p>
            <a:fld id="{0CFDB980-7044-4EAF-8703-D60781BB4B50}" type="slidenum">
              <a:rPr lang="en-GB" smtClean="0"/>
              <a:t>25</a:t>
            </a:fld>
            <a:endParaRPr lang="en-GB"/>
          </a:p>
        </p:txBody>
      </p:sp>
    </p:spTree>
    <p:extLst>
      <p:ext uri="{BB962C8B-B14F-4D97-AF65-F5344CB8AC3E}">
        <p14:creationId xmlns:p14="http://schemas.microsoft.com/office/powerpoint/2010/main" val="25643070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23E0C-7C0E-A394-2306-85AA39CEEC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35A89B-5238-9307-26D8-C363963075C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34F1949-62C2-89DC-FAC9-270288FE21C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68A10C8-D146-846D-BA01-53ADD109BE44}"/>
              </a:ext>
            </a:extLst>
          </p:cNvPr>
          <p:cNvSpPr>
            <a:spLocks noGrp="1"/>
          </p:cNvSpPr>
          <p:nvPr>
            <p:ph type="sldNum" sz="quarter" idx="5"/>
          </p:nvPr>
        </p:nvSpPr>
        <p:spPr/>
        <p:txBody>
          <a:bodyPr/>
          <a:lstStyle/>
          <a:p>
            <a:fld id="{0CFDB980-7044-4EAF-8703-D60781BB4B50}" type="slidenum">
              <a:rPr lang="en-GB" smtClean="0"/>
              <a:t>26</a:t>
            </a:fld>
            <a:endParaRPr lang="en-GB"/>
          </a:p>
        </p:txBody>
      </p:sp>
    </p:spTree>
    <p:extLst>
      <p:ext uri="{BB962C8B-B14F-4D97-AF65-F5344CB8AC3E}">
        <p14:creationId xmlns:p14="http://schemas.microsoft.com/office/powerpoint/2010/main" val="2227148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A4B31-189E-A3C5-C5B1-325DE662106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AD909E5E-AE4B-23C7-B8A1-BBAA284226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F1647CD1-0AED-C223-45DE-8D99143C4672}"/>
              </a:ext>
            </a:extLst>
          </p:cNvPr>
          <p:cNvSpPr>
            <a:spLocks noGrp="1"/>
          </p:cNvSpPr>
          <p:nvPr>
            <p:ph type="dt" sz="half" idx="10"/>
          </p:nvPr>
        </p:nvSpPr>
        <p:spPr/>
        <p:txBody>
          <a:bodyPr/>
          <a:lstStyle/>
          <a:p>
            <a:fld id="{30D3E3F6-F718-4ACF-A5E4-36CEB614CDB8}" type="datetimeFigureOut">
              <a:rPr lang="en-GB" smtClean="0"/>
              <a:t>08/09/2026</a:t>
            </a:fld>
            <a:endParaRPr lang="en-GB"/>
          </a:p>
        </p:txBody>
      </p:sp>
      <p:sp>
        <p:nvSpPr>
          <p:cNvPr id="5" name="Footer Placeholder 4">
            <a:extLst>
              <a:ext uri="{FF2B5EF4-FFF2-40B4-BE49-F238E27FC236}">
                <a16:creationId xmlns:a16="http://schemas.microsoft.com/office/drawing/2014/main" id="{3624E76F-0549-56B0-837A-493439F714A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8DCF7C-6525-1345-0C45-CB417EA9F3DE}"/>
              </a:ext>
            </a:extLst>
          </p:cNvPr>
          <p:cNvSpPr>
            <a:spLocks noGrp="1"/>
          </p:cNvSpPr>
          <p:nvPr>
            <p:ph type="sldNum" sz="quarter" idx="12"/>
          </p:nvPr>
        </p:nvSpPr>
        <p:spPr/>
        <p:txBody>
          <a:bodyPr/>
          <a:lstStyle/>
          <a:p>
            <a:fld id="{8302CA44-5779-49EA-949C-BFFB0E59B5A3}" type="slidenum">
              <a:rPr lang="en-GB" smtClean="0"/>
              <a:t>‹Nº›</a:t>
            </a:fld>
            <a:endParaRPr lang="en-GB"/>
          </a:p>
        </p:txBody>
      </p:sp>
    </p:spTree>
    <p:extLst>
      <p:ext uri="{BB962C8B-B14F-4D97-AF65-F5344CB8AC3E}">
        <p14:creationId xmlns:p14="http://schemas.microsoft.com/office/powerpoint/2010/main" val="2038823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D162B-FB13-1FFA-9DC0-D986F50C93B2}"/>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34AAFD2-5DD6-B020-3844-251F986803B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B7F4097-EB9F-0E48-1CF8-950BF962AAC0}"/>
              </a:ext>
            </a:extLst>
          </p:cNvPr>
          <p:cNvSpPr>
            <a:spLocks noGrp="1"/>
          </p:cNvSpPr>
          <p:nvPr>
            <p:ph type="dt" sz="half" idx="10"/>
          </p:nvPr>
        </p:nvSpPr>
        <p:spPr/>
        <p:txBody>
          <a:bodyPr/>
          <a:lstStyle/>
          <a:p>
            <a:fld id="{30D3E3F6-F718-4ACF-A5E4-36CEB614CDB8}" type="datetimeFigureOut">
              <a:rPr lang="en-GB" smtClean="0"/>
              <a:t>08/09/2026</a:t>
            </a:fld>
            <a:endParaRPr lang="en-GB"/>
          </a:p>
        </p:txBody>
      </p:sp>
      <p:sp>
        <p:nvSpPr>
          <p:cNvPr id="5" name="Footer Placeholder 4">
            <a:extLst>
              <a:ext uri="{FF2B5EF4-FFF2-40B4-BE49-F238E27FC236}">
                <a16:creationId xmlns:a16="http://schemas.microsoft.com/office/drawing/2014/main" id="{B611091D-D3F6-B2AE-2C68-434C2F65FD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628FC18-C5CB-90E3-477A-E5D6DD540632}"/>
              </a:ext>
            </a:extLst>
          </p:cNvPr>
          <p:cNvSpPr>
            <a:spLocks noGrp="1"/>
          </p:cNvSpPr>
          <p:nvPr>
            <p:ph type="sldNum" sz="quarter" idx="12"/>
          </p:nvPr>
        </p:nvSpPr>
        <p:spPr/>
        <p:txBody>
          <a:bodyPr/>
          <a:lstStyle/>
          <a:p>
            <a:fld id="{8302CA44-5779-49EA-949C-BFFB0E59B5A3}" type="slidenum">
              <a:rPr lang="en-GB" smtClean="0"/>
              <a:t>‹Nº›</a:t>
            </a:fld>
            <a:endParaRPr lang="en-GB"/>
          </a:p>
        </p:txBody>
      </p:sp>
    </p:spTree>
    <p:extLst>
      <p:ext uri="{BB962C8B-B14F-4D97-AF65-F5344CB8AC3E}">
        <p14:creationId xmlns:p14="http://schemas.microsoft.com/office/powerpoint/2010/main" val="4258834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92F34-3171-B381-5E25-7E304F4D19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9C74B710-0BE2-83AB-21AB-FF7A591F9B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259F2DB-5A25-852A-7AC9-F68DBEB28187}"/>
              </a:ext>
            </a:extLst>
          </p:cNvPr>
          <p:cNvSpPr>
            <a:spLocks noGrp="1"/>
          </p:cNvSpPr>
          <p:nvPr>
            <p:ph type="dt" sz="half" idx="10"/>
          </p:nvPr>
        </p:nvSpPr>
        <p:spPr/>
        <p:txBody>
          <a:bodyPr/>
          <a:lstStyle/>
          <a:p>
            <a:fld id="{30D3E3F6-F718-4ACF-A5E4-36CEB614CDB8}" type="datetimeFigureOut">
              <a:rPr lang="en-GB" smtClean="0"/>
              <a:t>08/09/2026</a:t>
            </a:fld>
            <a:endParaRPr lang="en-GB"/>
          </a:p>
        </p:txBody>
      </p:sp>
      <p:sp>
        <p:nvSpPr>
          <p:cNvPr id="5" name="Footer Placeholder 4">
            <a:extLst>
              <a:ext uri="{FF2B5EF4-FFF2-40B4-BE49-F238E27FC236}">
                <a16:creationId xmlns:a16="http://schemas.microsoft.com/office/drawing/2014/main" id="{EC9C2C1C-CC0A-22AF-9BA2-4F9F1ECD9D4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E39EFFA-D8C7-726F-4467-1015A03B4A48}"/>
              </a:ext>
            </a:extLst>
          </p:cNvPr>
          <p:cNvSpPr>
            <a:spLocks noGrp="1"/>
          </p:cNvSpPr>
          <p:nvPr>
            <p:ph type="sldNum" sz="quarter" idx="12"/>
          </p:nvPr>
        </p:nvSpPr>
        <p:spPr/>
        <p:txBody>
          <a:bodyPr/>
          <a:lstStyle/>
          <a:p>
            <a:fld id="{8302CA44-5779-49EA-949C-BFFB0E59B5A3}" type="slidenum">
              <a:rPr lang="en-GB" smtClean="0"/>
              <a:t>‹Nº›</a:t>
            </a:fld>
            <a:endParaRPr lang="en-GB"/>
          </a:p>
        </p:txBody>
      </p:sp>
    </p:spTree>
    <p:extLst>
      <p:ext uri="{BB962C8B-B14F-4D97-AF65-F5344CB8AC3E}">
        <p14:creationId xmlns:p14="http://schemas.microsoft.com/office/powerpoint/2010/main" val="3070776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2DB64-494F-A3FC-F504-6E03BBD58DB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A1C2016-F1A7-027D-9990-DB55DEE822A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3456E690-C196-C40E-09CE-77C70ABF285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390B62C4-3288-34D1-0941-B1FA9DD4F06A}"/>
              </a:ext>
            </a:extLst>
          </p:cNvPr>
          <p:cNvSpPr>
            <a:spLocks noGrp="1"/>
          </p:cNvSpPr>
          <p:nvPr>
            <p:ph type="dt" sz="half" idx="10"/>
          </p:nvPr>
        </p:nvSpPr>
        <p:spPr/>
        <p:txBody>
          <a:bodyPr/>
          <a:lstStyle/>
          <a:p>
            <a:fld id="{30D3E3F6-F718-4ACF-A5E4-36CEB614CDB8}" type="datetimeFigureOut">
              <a:rPr lang="en-GB" smtClean="0"/>
              <a:t>08/09/2026</a:t>
            </a:fld>
            <a:endParaRPr lang="en-GB"/>
          </a:p>
        </p:txBody>
      </p:sp>
      <p:sp>
        <p:nvSpPr>
          <p:cNvPr id="6" name="Footer Placeholder 5">
            <a:extLst>
              <a:ext uri="{FF2B5EF4-FFF2-40B4-BE49-F238E27FC236}">
                <a16:creationId xmlns:a16="http://schemas.microsoft.com/office/drawing/2014/main" id="{318FD4E0-C7AA-1416-2C48-4D7507A07D0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B20C865-5A25-6290-D37E-70496EFCAE7D}"/>
              </a:ext>
            </a:extLst>
          </p:cNvPr>
          <p:cNvSpPr>
            <a:spLocks noGrp="1"/>
          </p:cNvSpPr>
          <p:nvPr>
            <p:ph type="sldNum" sz="quarter" idx="12"/>
          </p:nvPr>
        </p:nvSpPr>
        <p:spPr/>
        <p:txBody>
          <a:bodyPr/>
          <a:lstStyle/>
          <a:p>
            <a:fld id="{8302CA44-5779-49EA-949C-BFFB0E59B5A3}" type="slidenum">
              <a:rPr lang="en-GB" smtClean="0"/>
              <a:t>‹Nº›</a:t>
            </a:fld>
            <a:endParaRPr lang="en-GB"/>
          </a:p>
        </p:txBody>
      </p:sp>
    </p:spTree>
    <p:extLst>
      <p:ext uri="{BB962C8B-B14F-4D97-AF65-F5344CB8AC3E}">
        <p14:creationId xmlns:p14="http://schemas.microsoft.com/office/powerpoint/2010/main" val="2525605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956D6-41D4-57FF-B91A-43973FB700C9}"/>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4F32569-85D0-2731-6454-29823C8075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0EBE4D7-249D-38BE-8A12-864F85496F1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6AA11893-1D46-4BA7-AB59-BE07C1551F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20A217A-ED99-79D2-BEB4-75C63ACCF57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B5AC4312-AD57-E0A9-174F-3A1D71F07BBD}"/>
              </a:ext>
            </a:extLst>
          </p:cNvPr>
          <p:cNvSpPr>
            <a:spLocks noGrp="1"/>
          </p:cNvSpPr>
          <p:nvPr>
            <p:ph type="dt" sz="half" idx="10"/>
          </p:nvPr>
        </p:nvSpPr>
        <p:spPr/>
        <p:txBody>
          <a:bodyPr/>
          <a:lstStyle/>
          <a:p>
            <a:fld id="{30D3E3F6-F718-4ACF-A5E4-36CEB614CDB8}" type="datetimeFigureOut">
              <a:rPr lang="en-GB" smtClean="0"/>
              <a:t>08/09/2026</a:t>
            </a:fld>
            <a:endParaRPr lang="en-GB"/>
          </a:p>
        </p:txBody>
      </p:sp>
      <p:sp>
        <p:nvSpPr>
          <p:cNvPr id="8" name="Footer Placeholder 7">
            <a:extLst>
              <a:ext uri="{FF2B5EF4-FFF2-40B4-BE49-F238E27FC236}">
                <a16:creationId xmlns:a16="http://schemas.microsoft.com/office/drawing/2014/main" id="{A65208C2-B9D1-CAA9-EDF6-615FC033F6B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1DF5491-7C2F-3D73-89DB-2D476693D815}"/>
              </a:ext>
            </a:extLst>
          </p:cNvPr>
          <p:cNvSpPr>
            <a:spLocks noGrp="1"/>
          </p:cNvSpPr>
          <p:nvPr>
            <p:ph type="sldNum" sz="quarter" idx="12"/>
          </p:nvPr>
        </p:nvSpPr>
        <p:spPr/>
        <p:txBody>
          <a:bodyPr/>
          <a:lstStyle/>
          <a:p>
            <a:fld id="{8302CA44-5779-49EA-949C-BFFB0E59B5A3}" type="slidenum">
              <a:rPr lang="en-GB" smtClean="0"/>
              <a:t>‹Nº›</a:t>
            </a:fld>
            <a:endParaRPr lang="en-GB"/>
          </a:p>
        </p:txBody>
      </p:sp>
    </p:spTree>
    <p:extLst>
      <p:ext uri="{BB962C8B-B14F-4D97-AF65-F5344CB8AC3E}">
        <p14:creationId xmlns:p14="http://schemas.microsoft.com/office/powerpoint/2010/main" val="195623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52E67-425B-2098-D664-6D60D19FA4FB}"/>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A8811CF4-7D65-F381-E98F-98EE72DB5EC3}"/>
              </a:ext>
            </a:extLst>
          </p:cNvPr>
          <p:cNvSpPr>
            <a:spLocks noGrp="1"/>
          </p:cNvSpPr>
          <p:nvPr>
            <p:ph type="dt" sz="half" idx="10"/>
          </p:nvPr>
        </p:nvSpPr>
        <p:spPr/>
        <p:txBody>
          <a:bodyPr/>
          <a:lstStyle/>
          <a:p>
            <a:fld id="{30D3E3F6-F718-4ACF-A5E4-36CEB614CDB8}" type="datetimeFigureOut">
              <a:rPr lang="en-GB" smtClean="0"/>
              <a:t>08/09/2026</a:t>
            </a:fld>
            <a:endParaRPr lang="en-GB"/>
          </a:p>
        </p:txBody>
      </p:sp>
      <p:sp>
        <p:nvSpPr>
          <p:cNvPr id="4" name="Footer Placeholder 3">
            <a:extLst>
              <a:ext uri="{FF2B5EF4-FFF2-40B4-BE49-F238E27FC236}">
                <a16:creationId xmlns:a16="http://schemas.microsoft.com/office/drawing/2014/main" id="{7054D11D-F7FB-890E-0CF6-E52FDB00937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B80D76B-CF7C-8254-68FF-272E4F2DC5B2}"/>
              </a:ext>
            </a:extLst>
          </p:cNvPr>
          <p:cNvSpPr>
            <a:spLocks noGrp="1"/>
          </p:cNvSpPr>
          <p:nvPr>
            <p:ph type="sldNum" sz="quarter" idx="12"/>
          </p:nvPr>
        </p:nvSpPr>
        <p:spPr/>
        <p:txBody>
          <a:bodyPr/>
          <a:lstStyle/>
          <a:p>
            <a:fld id="{8302CA44-5779-49EA-949C-BFFB0E59B5A3}" type="slidenum">
              <a:rPr lang="en-GB" smtClean="0"/>
              <a:t>‹Nº›</a:t>
            </a:fld>
            <a:endParaRPr lang="en-GB"/>
          </a:p>
        </p:txBody>
      </p:sp>
    </p:spTree>
    <p:extLst>
      <p:ext uri="{BB962C8B-B14F-4D97-AF65-F5344CB8AC3E}">
        <p14:creationId xmlns:p14="http://schemas.microsoft.com/office/powerpoint/2010/main" val="2842407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FC7951-B9A5-AC81-8E25-C7B7F25F5281}"/>
              </a:ext>
            </a:extLst>
          </p:cNvPr>
          <p:cNvSpPr>
            <a:spLocks noGrp="1"/>
          </p:cNvSpPr>
          <p:nvPr>
            <p:ph type="dt" sz="half" idx="10"/>
          </p:nvPr>
        </p:nvSpPr>
        <p:spPr/>
        <p:txBody>
          <a:bodyPr/>
          <a:lstStyle/>
          <a:p>
            <a:fld id="{30D3E3F6-F718-4ACF-A5E4-36CEB614CDB8}" type="datetimeFigureOut">
              <a:rPr lang="en-GB" smtClean="0"/>
              <a:t>08/09/2026</a:t>
            </a:fld>
            <a:endParaRPr lang="en-GB"/>
          </a:p>
        </p:txBody>
      </p:sp>
      <p:sp>
        <p:nvSpPr>
          <p:cNvPr id="3" name="Footer Placeholder 2">
            <a:extLst>
              <a:ext uri="{FF2B5EF4-FFF2-40B4-BE49-F238E27FC236}">
                <a16:creationId xmlns:a16="http://schemas.microsoft.com/office/drawing/2014/main" id="{F3F46733-6CA5-D0C3-9D3C-52A10848DEE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8CE4FC6-DCD7-F8B8-4967-0AF74A2355DA}"/>
              </a:ext>
            </a:extLst>
          </p:cNvPr>
          <p:cNvSpPr>
            <a:spLocks noGrp="1"/>
          </p:cNvSpPr>
          <p:nvPr>
            <p:ph type="sldNum" sz="quarter" idx="12"/>
          </p:nvPr>
        </p:nvSpPr>
        <p:spPr/>
        <p:txBody>
          <a:bodyPr/>
          <a:lstStyle/>
          <a:p>
            <a:fld id="{8302CA44-5779-49EA-949C-BFFB0E59B5A3}" type="slidenum">
              <a:rPr lang="en-GB" smtClean="0"/>
              <a:t>‹Nº›</a:t>
            </a:fld>
            <a:endParaRPr lang="en-GB"/>
          </a:p>
        </p:txBody>
      </p:sp>
    </p:spTree>
    <p:extLst>
      <p:ext uri="{BB962C8B-B14F-4D97-AF65-F5344CB8AC3E}">
        <p14:creationId xmlns:p14="http://schemas.microsoft.com/office/powerpoint/2010/main" val="2735144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104B3-A02A-494F-1E3F-3E4E033F7F4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C4787AB5-6176-3655-7619-B0FA980967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C6D9E696-C4F6-122F-AF97-ADB4A2A52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9DF577C-E00D-0C7B-D457-97561F39761A}"/>
              </a:ext>
            </a:extLst>
          </p:cNvPr>
          <p:cNvSpPr>
            <a:spLocks noGrp="1"/>
          </p:cNvSpPr>
          <p:nvPr>
            <p:ph type="dt" sz="half" idx="10"/>
          </p:nvPr>
        </p:nvSpPr>
        <p:spPr/>
        <p:txBody>
          <a:bodyPr/>
          <a:lstStyle/>
          <a:p>
            <a:fld id="{30D3E3F6-F718-4ACF-A5E4-36CEB614CDB8}" type="datetimeFigureOut">
              <a:rPr lang="en-GB" smtClean="0"/>
              <a:t>08/09/2026</a:t>
            </a:fld>
            <a:endParaRPr lang="en-GB"/>
          </a:p>
        </p:txBody>
      </p:sp>
      <p:sp>
        <p:nvSpPr>
          <p:cNvPr id="6" name="Footer Placeholder 5">
            <a:extLst>
              <a:ext uri="{FF2B5EF4-FFF2-40B4-BE49-F238E27FC236}">
                <a16:creationId xmlns:a16="http://schemas.microsoft.com/office/drawing/2014/main" id="{E9B86CED-6251-109E-1D2A-0E1000D7C55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0761C72-EB31-918B-06D8-B0A7B0AD0BEB}"/>
              </a:ext>
            </a:extLst>
          </p:cNvPr>
          <p:cNvSpPr>
            <a:spLocks noGrp="1"/>
          </p:cNvSpPr>
          <p:nvPr>
            <p:ph type="sldNum" sz="quarter" idx="12"/>
          </p:nvPr>
        </p:nvSpPr>
        <p:spPr/>
        <p:txBody>
          <a:bodyPr/>
          <a:lstStyle/>
          <a:p>
            <a:fld id="{8302CA44-5779-49EA-949C-BFFB0E59B5A3}" type="slidenum">
              <a:rPr lang="en-GB" smtClean="0"/>
              <a:t>‹Nº›</a:t>
            </a:fld>
            <a:endParaRPr lang="en-GB"/>
          </a:p>
        </p:txBody>
      </p:sp>
    </p:spTree>
    <p:extLst>
      <p:ext uri="{BB962C8B-B14F-4D97-AF65-F5344CB8AC3E}">
        <p14:creationId xmlns:p14="http://schemas.microsoft.com/office/powerpoint/2010/main" val="3674023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B35EC-6733-37B7-7A18-DF85FAA9DDE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D55B241F-F256-0A76-DD22-365647DEA6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81D42EC-84E8-BD15-4F84-036E2358E8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1B4827-D9BE-81A9-B6BE-78363A129572}"/>
              </a:ext>
            </a:extLst>
          </p:cNvPr>
          <p:cNvSpPr>
            <a:spLocks noGrp="1"/>
          </p:cNvSpPr>
          <p:nvPr>
            <p:ph type="dt" sz="half" idx="10"/>
          </p:nvPr>
        </p:nvSpPr>
        <p:spPr/>
        <p:txBody>
          <a:bodyPr/>
          <a:lstStyle/>
          <a:p>
            <a:fld id="{30D3E3F6-F718-4ACF-A5E4-36CEB614CDB8}" type="datetimeFigureOut">
              <a:rPr lang="en-GB" smtClean="0"/>
              <a:t>08/09/2026</a:t>
            </a:fld>
            <a:endParaRPr lang="en-GB"/>
          </a:p>
        </p:txBody>
      </p:sp>
      <p:sp>
        <p:nvSpPr>
          <p:cNvPr id="6" name="Footer Placeholder 5">
            <a:extLst>
              <a:ext uri="{FF2B5EF4-FFF2-40B4-BE49-F238E27FC236}">
                <a16:creationId xmlns:a16="http://schemas.microsoft.com/office/drawing/2014/main" id="{CDFA99DE-A8C6-B4CB-3426-096C43A7541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3C9A692-2058-A76C-A7DC-41A0C9028AFB}"/>
              </a:ext>
            </a:extLst>
          </p:cNvPr>
          <p:cNvSpPr>
            <a:spLocks noGrp="1"/>
          </p:cNvSpPr>
          <p:nvPr>
            <p:ph type="sldNum" sz="quarter" idx="12"/>
          </p:nvPr>
        </p:nvSpPr>
        <p:spPr/>
        <p:txBody>
          <a:bodyPr/>
          <a:lstStyle/>
          <a:p>
            <a:fld id="{8302CA44-5779-49EA-949C-BFFB0E59B5A3}" type="slidenum">
              <a:rPr lang="en-GB" smtClean="0"/>
              <a:t>‹Nº›</a:t>
            </a:fld>
            <a:endParaRPr lang="en-GB"/>
          </a:p>
        </p:txBody>
      </p:sp>
    </p:spTree>
    <p:extLst>
      <p:ext uri="{BB962C8B-B14F-4D97-AF65-F5344CB8AC3E}">
        <p14:creationId xmlns:p14="http://schemas.microsoft.com/office/powerpoint/2010/main" val="2116653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CCB33-23F0-B59F-78EF-709A4CF0CDAB}"/>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1FB8230C-9D5B-3EA5-F150-D533F0AFE88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E4750AF-5346-79C5-1040-C9F7F6FE7921}"/>
              </a:ext>
            </a:extLst>
          </p:cNvPr>
          <p:cNvSpPr>
            <a:spLocks noGrp="1"/>
          </p:cNvSpPr>
          <p:nvPr>
            <p:ph type="dt" sz="half" idx="10"/>
          </p:nvPr>
        </p:nvSpPr>
        <p:spPr/>
        <p:txBody>
          <a:bodyPr/>
          <a:lstStyle/>
          <a:p>
            <a:fld id="{30D3E3F6-F718-4ACF-A5E4-36CEB614CDB8}" type="datetimeFigureOut">
              <a:rPr lang="en-GB" smtClean="0"/>
              <a:t>08/09/2026</a:t>
            </a:fld>
            <a:endParaRPr lang="en-GB"/>
          </a:p>
        </p:txBody>
      </p:sp>
      <p:sp>
        <p:nvSpPr>
          <p:cNvPr id="5" name="Footer Placeholder 4">
            <a:extLst>
              <a:ext uri="{FF2B5EF4-FFF2-40B4-BE49-F238E27FC236}">
                <a16:creationId xmlns:a16="http://schemas.microsoft.com/office/drawing/2014/main" id="{AEF89385-475E-0564-A349-0CF4156D24B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7F6B424-423B-B324-2FD1-9201EB0FFA97}"/>
              </a:ext>
            </a:extLst>
          </p:cNvPr>
          <p:cNvSpPr>
            <a:spLocks noGrp="1"/>
          </p:cNvSpPr>
          <p:nvPr>
            <p:ph type="sldNum" sz="quarter" idx="12"/>
          </p:nvPr>
        </p:nvSpPr>
        <p:spPr/>
        <p:txBody>
          <a:bodyPr/>
          <a:lstStyle/>
          <a:p>
            <a:fld id="{8302CA44-5779-49EA-949C-BFFB0E59B5A3}" type="slidenum">
              <a:rPr lang="en-GB" smtClean="0"/>
              <a:t>‹Nº›</a:t>
            </a:fld>
            <a:endParaRPr lang="en-GB"/>
          </a:p>
        </p:txBody>
      </p:sp>
    </p:spTree>
    <p:extLst>
      <p:ext uri="{BB962C8B-B14F-4D97-AF65-F5344CB8AC3E}">
        <p14:creationId xmlns:p14="http://schemas.microsoft.com/office/powerpoint/2010/main" val="997741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F20566-F5A9-1607-33BB-6A3B7BA2632A}"/>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93DEDBC9-5DDB-563F-E83D-98D82464191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F8BD78A-5A2D-1112-45CD-2DA27527ACE2}"/>
              </a:ext>
            </a:extLst>
          </p:cNvPr>
          <p:cNvSpPr>
            <a:spLocks noGrp="1"/>
          </p:cNvSpPr>
          <p:nvPr>
            <p:ph type="dt" sz="half" idx="10"/>
          </p:nvPr>
        </p:nvSpPr>
        <p:spPr/>
        <p:txBody>
          <a:bodyPr/>
          <a:lstStyle/>
          <a:p>
            <a:fld id="{30D3E3F6-F718-4ACF-A5E4-36CEB614CDB8}" type="datetimeFigureOut">
              <a:rPr lang="en-GB" smtClean="0"/>
              <a:t>08/09/2026</a:t>
            </a:fld>
            <a:endParaRPr lang="en-GB"/>
          </a:p>
        </p:txBody>
      </p:sp>
      <p:sp>
        <p:nvSpPr>
          <p:cNvPr id="5" name="Footer Placeholder 4">
            <a:extLst>
              <a:ext uri="{FF2B5EF4-FFF2-40B4-BE49-F238E27FC236}">
                <a16:creationId xmlns:a16="http://schemas.microsoft.com/office/drawing/2014/main" id="{832BD2F9-7CFE-2271-8430-EF8FA37687C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7939E54-CC73-FC0D-F731-E6C148618EDA}"/>
              </a:ext>
            </a:extLst>
          </p:cNvPr>
          <p:cNvSpPr>
            <a:spLocks noGrp="1"/>
          </p:cNvSpPr>
          <p:nvPr>
            <p:ph type="sldNum" sz="quarter" idx="12"/>
          </p:nvPr>
        </p:nvSpPr>
        <p:spPr/>
        <p:txBody>
          <a:bodyPr/>
          <a:lstStyle/>
          <a:p>
            <a:fld id="{8302CA44-5779-49EA-949C-BFFB0E59B5A3}" type="slidenum">
              <a:rPr lang="en-GB" smtClean="0"/>
              <a:t>‹Nº›</a:t>
            </a:fld>
            <a:endParaRPr lang="en-GB"/>
          </a:p>
        </p:txBody>
      </p:sp>
    </p:spTree>
    <p:extLst>
      <p:ext uri="{BB962C8B-B14F-4D97-AF65-F5344CB8AC3E}">
        <p14:creationId xmlns:p14="http://schemas.microsoft.com/office/powerpoint/2010/main" val="3217460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12602F-A63B-0A39-74E7-F2F0529B57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EFF832F6-A2EC-BECA-60DE-97E7D80E3A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111CB45-8860-69CF-1E0A-0AAE141CC1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D3E3F6-F718-4ACF-A5E4-36CEB614CDB8}" type="datetimeFigureOut">
              <a:rPr lang="en-GB" smtClean="0"/>
              <a:t>08/09/2026</a:t>
            </a:fld>
            <a:endParaRPr lang="en-GB"/>
          </a:p>
        </p:txBody>
      </p:sp>
      <p:sp>
        <p:nvSpPr>
          <p:cNvPr id="5" name="Footer Placeholder 4">
            <a:extLst>
              <a:ext uri="{FF2B5EF4-FFF2-40B4-BE49-F238E27FC236}">
                <a16:creationId xmlns:a16="http://schemas.microsoft.com/office/drawing/2014/main" id="{6B898DB0-E177-2065-F950-BEBBEDDE62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A0C7B31-7B11-A777-7780-61468CC67F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02CA44-5779-49EA-949C-BFFB0E59B5A3}" type="slidenum">
              <a:rPr lang="en-GB" smtClean="0"/>
              <a:t>‹Nº›</a:t>
            </a:fld>
            <a:endParaRPr lang="en-GB"/>
          </a:p>
        </p:txBody>
      </p:sp>
    </p:spTree>
    <p:extLst>
      <p:ext uri="{BB962C8B-B14F-4D97-AF65-F5344CB8AC3E}">
        <p14:creationId xmlns:p14="http://schemas.microsoft.com/office/powerpoint/2010/main" val="3453177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2EB70-AEF0-8635-E041-83F3F4FAE268}"/>
            </a:ext>
          </a:extLst>
        </p:cNvPr>
        <p:cNvGrpSpPr/>
        <p:nvPr/>
      </p:nvGrpSpPr>
      <p:grpSpPr>
        <a:xfrm>
          <a:off x="0" y="0"/>
          <a:ext cx="0" cy="0"/>
          <a:chOff x="0" y="0"/>
          <a:chExt cx="0" cy="0"/>
        </a:xfrm>
      </p:grpSpPr>
      <p:sp>
        <p:nvSpPr>
          <p:cNvPr id="30" name="Title 1">
            <a:extLst>
              <a:ext uri="{FF2B5EF4-FFF2-40B4-BE49-F238E27FC236}">
                <a16:creationId xmlns:a16="http://schemas.microsoft.com/office/drawing/2014/main" id="{A24402D7-F16E-0937-E03F-E4792A7E68EF}"/>
              </a:ext>
            </a:extLst>
          </p:cNvPr>
          <p:cNvSpPr>
            <a:spLocks noGrp="1"/>
          </p:cNvSpPr>
          <p:nvPr>
            <p:ph type="title"/>
          </p:nvPr>
        </p:nvSpPr>
        <p:spPr>
          <a:xfrm>
            <a:off x="2934190" y="2605119"/>
            <a:ext cx="5990893" cy="1262205"/>
          </a:xfrm>
        </p:spPr>
        <p:txBody>
          <a:bodyPr>
            <a:normAutofit fontScale="90000"/>
          </a:bodyPr>
          <a:lstStyle/>
          <a:p>
            <a:pPr algn="ctr"/>
            <a:br>
              <a:rPr lang="en-GB" sz="3000" b="1" dirty="0">
                <a:solidFill>
                  <a:srgbClr val="D24369"/>
                </a:solidFill>
                <a:latin typeface="Arial"/>
                <a:cs typeface="Arial"/>
              </a:rPr>
            </a:br>
            <a:r>
              <a:rPr lang="en-GB" sz="3000" b="1" dirty="0">
                <a:solidFill>
                  <a:srgbClr val="D24369"/>
                </a:solidFill>
                <a:latin typeface="Arial"/>
                <a:cs typeface="Arial"/>
              </a:rPr>
              <a:t>Feasibility analysis of a five-point geometric calibration approach</a:t>
            </a:r>
          </a:p>
        </p:txBody>
      </p:sp>
      <p:pic>
        <p:nvPicPr>
          <p:cNvPr id="5" name="Picture 4" descr="A black and pink logo&#10;&#10;Description automatically generated">
            <a:extLst>
              <a:ext uri="{FF2B5EF4-FFF2-40B4-BE49-F238E27FC236}">
                <a16:creationId xmlns:a16="http://schemas.microsoft.com/office/drawing/2014/main" id="{7639AF70-EF6A-D79E-BCD2-38ACE33402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sp>
        <p:nvSpPr>
          <p:cNvPr id="2" name="TextBox 1">
            <a:extLst>
              <a:ext uri="{FF2B5EF4-FFF2-40B4-BE49-F238E27FC236}">
                <a16:creationId xmlns:a16="http://schemas.microsoft.com/office/drawing/2014/main" id="{A9EDB178-49A9-5CAB-980B-9DBDF1A3105D}"/>
              </a:ext>
            </a:extLst>
          </p:cNvPr>
          <p:cNvSpPr txBox="1"/>
          <p:nvPr/>
        </p:nvSpPr>
        <p:spPr>
          <a:xfrm>
            <a:off x="9719734" y="5965371"/>
            <a:ext cx="2356151" cy="523220"/>
          </a:xfrm>
          <a:prstGeom prst="rect">
            <a:avLst/>
          </a:prstGeom>
          <a:noFill/>
        </p:spPr>
        <p:txBody>
          <a:bodyPr wrap="square" lIns="91440" tIns="45720" rIns="91440" bIns="45720" rtlCol="0" anchor="t">
            <a:spAutoFit/>
          </a:bodyPr>
          <a:lstStyle/>
          <a:p>
            <a:r>
              <a:rPr lang="en-GB" sz="2800" b="1" dirty="0"/>
              <a:t>05/08/2026</a:t>
            </a:r>
          </a:p>
        </p:txBody>
      </p:sp>
    </p:spTree>
    <p:extLst>
      <p:ext uri="{BB962C8B-B14F-4D97-AF65-F5344CB8AC3E}">
        <p14:creationId xmlns:p14="http://schemas.microsoft.com/office/powerpoint/2010/main" val="1341075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95583-73BE-9481-CF95-0C8FD13D8E7D}"/>
            </a:ext>
          </a:extLst>
        </p:cNvPr>
        <p:cNvGrpSpPr/>
        <p:nvPr/>
      </p:nvGrpSpPr>
      <p:grpSpPr>
        <a:xfrm>
          <a:off x="0" y="0"/>
          <a:ext cx="0" cy="0"/>
          <a:chOff x="0" y="0"/>
          <a:chExt cx="0" cy="0"/>
        </a:xfrm>
      </p:grpSpPr>
      <p:pic>
        <p:nvPicPr>
          <p:cNvPr id="5" name="Picture 4" descr="A black and pink logo&#10;&#10;Description automatically generated">
            <a:extLst>
              <a:ext uri="{FF2B5EF4-FFF2-40B4-BE49-F238E27FC236}">
                <a16:creationId xmlns:a16="http://schemas.microsoft.com/office/drawing/2014/main" id="{F577846B-7C42-B755-C935-7D6E2183AC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sp>
        <p:nvSpPr>
          <p:cNvPr id="7" name="CuadroTexto 6">
            <a:extLst>
              <a:ext uri="{FF2B5EF4-FFF2-40B4-BE49-F238E27FC236}">
                <a16:creationId xmlns:a16="http://schemas.microsoft.com/office/drawing/2014/main" id="{3037C18A-2845-D33E-A6A1-E7C4006A1F60}"/>
              </a:ext>
            </a:extLst>
          </p:cNvPr>
          <p:cNvSpPr txBox="1"/>
          <p:nvPr/>
        </p:nvSpPr>
        <p:spPr>
          <a:xfrm>
            <a:off x="754742" y="1712556"/>
            <a:ext cx="10803468" cy="646331"/>
          </a:xfrm>
          <a:prstGeom prst="rect">
            <a:avLst/>
          </a:prstGeom>
          <a:noFill/>
        </p:spPr>
        <p:txBody>
          <a:bodyPr wrap="square">
            <a:spAutoFit/>
          </a:bodyPr>
          <a:lstStyle/>
          <a:p>
            <a:r>
              <a:rPr lang="en-GB" dirty="0"/>
              <a:t>The current acquisition process captures approximately 140 images in 12 minutes. At every spatial position, the device performs a complete autofocus search before capturing the image.</a:t>
            </a:r>
          </a:p>
        </p:txBody>
      </p:sp>
      <p:sp>
        <p:nvSpPr>
          <p:cNvPr id="9" name="CuadroTexto 8">
            <a:extLst>
              <a:ext uri="{FF2B5EF4-FFF2-40B4-BE49-F238E27FC236}">
                <a16:creationId xmlns:a16="http://schemas.microsoft.com/office/drawing/2014/main" id="{B746F32D-B24C-64C8-9B60-E44E89F722D3}"/>
              </a:ext>
            </a:extLst>
          </p:cNvPr>
          <p:cNvSpPr txBox="1"/>
          <p:nvPr/>
        </p:nvSpPr>
        <p:spPr>
          <a:xfrm>
            <a:off x="788609" y="2639190"/>
            <a:ext cx="9511695" cy="646331"/>
          </a:xfrm>
          <a:prstGeom prst="rect">
            <a:avLst/>
          </a:prstGeom>
          <a:noFill/>
        </p:spPr>
        <p:txBody>
          <a:bodyPr wrap="square">
            <a:spAutoFit/>
          </a:bodyPr>
          <a:lstStyle/>
          <a:p>
            <a:r>
              <a:rPr lang="en-GB" b="1" dirty="0"/>
              <a:t>Target</a:t>
            </a:r>
            <a:br>
              <a:rPr lang="en-GB" dirty="0"/>
            </a:br>
            <a:r>
              <a:rPr lang="en-GB" dirty="0"/>
              <a:t>≥500 images without a proportional increase in acquisition time</a:t>
            </a:r>
          </a:p>
        </p:txBody>
      </p:sp>
      <p:sp>
        <p:nvSpPr>
          <p:cNvPr id="11" name="CuadroTexto 10">
            <a:extLst>
              <a:ext uri="{FF2B5EF4-FFF2-40B4-BE49-F238E27FC236}">
                <a16:creationId xmlns:a16="http://schemas.microsoft.com/office/drawing/2014/main" id="{54769A37-7796-CCA3-922F-7CA5A2E44DB0}"/>
              </a:ext>
            </a:extLst>
          </p:cNvPr>
          <p:cNvSpPr txBox="1"/>
          <p:nvPr/>
        </p:nvSpPr>
        <p:spPr>
          <a:xfrm>
            <a:off x="788609" y="3705126"/>
            <a:ext cx="7953829" cy="369332"/>
          </a:xfrm>
          <a:prstGeom prst="rect">
            <a:avLst/>
          </a:prstGeom>
          <a:noFill/>
        </p:spPr>
        <p:txBody>
          <a:bodyPr wrap="square">
            <a:spAutoFit/>
          </a:bodyPr>
          <a:lstStyle/>
          <a:p>
            <a:r>
              <a:rPr lang="en-GB" b="1" dirty="0"/>
              <a:t>Can we estimate the focus surface once and reuse it across the cartridge?</a:t>
            </a:r>
          </a:p>
        </p:txBody>
      </p:sp>
      <p:sp>
        <p:nvSpPr>
          <p:cNvPr id="13" name="CuadroTexto 12">
            <a:extLst>
              <a:ext uri="{FF2B5EF4-FFF2-40B4-BE49-F238E27FC236}">
                <a16:creationId xmlns:a16="http://schemas.microsoft.com/office/drawing/2014/main" id="{2DA52255-CEEA-F4BE-C973-7FFC74B248A2}"/>
              </a:ext>
            </a:extLst>
          </p:cNvPr>
          <p:cNvSpPr txBox="1"/>
          <p:nvPr/>
        </p:nvSpPr>
        <p:spPr>
          <a:xfrm>
            <a:off x="788609" y="4125428"/>
            <a:ext cx="10614781" cy="923330"/>
          </a:xfrm>
          <a:prstGeom prst="rect">
            <a:avLst/>
          </a:prstGeom>
          <a:noFill/>
        </p:spPr>
        <p:txBody>
          <a:bodyPr wrap="square">
            <a:spAutoFit/>
          </a:bodyPr>
          <a:lstStyle/>
          <a:p>
            <a:r>
              <a:rPr lang="en-GB" dirty="0"/>
              <a:t>The main limitation is not image capture itself. The device moves to each position, performs a complete autofocus search and then captures the image. If we increase the number of images from 140 to 500, the number of autofocus operations, and therefore the acquisition time, also increases substantially.</a:t>
            </a:r>
          </a:p>
        </p:txBody>
      </p:sp>
    </p:spTree>
    <p:extLst>
      <p:ext uri="{BB962C8B-B14F-4D97-AF65-F5344CB8AC3E}">
        <p14:creationId xmlns:p14="http://schemas.microsoft.com/office/powerpoint/2010/main" val="1280309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2EF0D-FCAE-8BCB-A4D2-CD057AC7300A}"/>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75DC48AD-C360-0B65-3491-80C9194821E8}"/>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70AAD0D1-2F72-6C08-7FA9-82FE353FFDB5}"/>
              </a:ext>
            </a:extLst>
          </p:cNvPr>
          <p:cNvSpPr>
            <a:spLocks noGrp="1"/>
          </p:cNvSpPr>
          <p:nvPr>
            <p:ph type="title"/>
          </p:nvPr>
        </p:nvSpPr>
        <p:spPr>
          <a:xfrm>
            <a:off x="504547" y="376477"/>
            <a:ext cx="9208008" cy="462430"/>
          </a:xfrm>
        </p:spPr>
        <p:txBody>
          <a:bodyPr>
            <a:noAutofit/>
          </a:bodyPr>
          <a:lstStyle/>
          <a:p>
            <a:r>
              <a:rPr lang="en-GB" sz="2400" b="1" dirty="0">
                <a:solidFill>
                  <a:srgbClr val="D24369"/>
                </a:solidFill>
                <a:latin typeface="Arial"/>
                <a:cs typeface="Arial"/>
              </a:rPr>
              <a:t>Approach 1 — Five-Point Focus Calibration</a:t>
            </a:r>
          </a:p>
        </p:txBody>
      </p:sp>
      <p:pic>
        <p:nvPicPr>
          <p:cNvPr id="5" name="Picture 4" descr="A black and pink logo&#10;&#10;Description automatically generated">
            <a:extLst>
              <a:ext uri="{FF2B5EF4-FFF2-40B4-BE49-F238E27FC236}">
                <a16:creationId xmlns:a16="http://schemas.microsoft.com/office/drawing/2014/main" id="{A120C2B8-0D7F-17B4-594B-EAF8DF4862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sp>
        <p:nvSpPr>
          <p:cNvPr id="7" name="CuadroTexto 6">
            <a:extLst>
              <a:ext uri="{FF2B5EF4-FFF2-40B4-BE49-F238E27FC236}">
                <a16:creationId xmlns:a16="http://schemas.microsoft.com/office/drawing/2014/main" id="{628209EB-7120-BC09-C1FE-0C3502721F8B}"/>
              </a:ext>
            </a:extLst>
          </p:cNvPr>
          <p:cNvSpPr txBox="1"/>
          <p:nvPr/>
        </p:nvSpPr>
        <p:spPr>
          <a:xfrm>
            <a:off x="504548" y="1640087"/>
            <a:ext cx="3383750" cy="830997"/>
          </a:xfrm>
          <a:prstGeom prst="rect">
            <a:avLst/>
          </a:prstGeom>
          <a:noFill/>
        </p:spPr>
        <p:txBody>
          <a:bodyPr wrap="square" rtlCol="0">
            <a:spAutoFit/>
          </a:bodyPr>
          <a:lstStyle/>
          <a:p>
            <a:r>
              <a:rPr lang="en-GB" sz="1600" dirty="0"/>
              <a:t>We selected 10 batches from each of Collections 4–15, yielding 120 batches in total.</a:t>
            </a:r>
          </a:p>
        </p:txBody>
      </p:sp>
      <p:graphicFrame>
        <p:nvGraphicFramePr>
          <p:cNvPr id="10" name="Tabla 9">
            <a:extLst>
              <a:ext uri="{FF2B5EF4-FFF2-40B4-BE49-F238E27FC236}">
                <a16:creationId xmlns:a16="http://schemas.microsoft.com/office/drawing/2014/main" id="{524F9FFB-1D1D-43BA-0FED-15738ECC94D5}"/>
              </a:ext>
            </a:extLst>
          </p:cNvPr>
          <p:cNvGraphicFramePr>
            <a:graphicFrameLocks noGrp="1"/>
          </p:cNvGraphicFramePr>
          <p:nvPr>
            <p:extLst>
              <p:ext uri="{D42A27DB-BD31-4B8C-83A1-F6EECF244321}">
                <p14:modId xmlns:p14="http://schemas.microsoft.com/office/powerpoint/2010/main" val="2273849924"/>
              </p:ext>
            </p:extLst>
          </p:nvPr>
        </p:nvGraphicFramePr>
        <p:xfrm>
          <a:off x="823778" y="2898951"/>
          <a:ext cx="2425700" cy="2393950"/>
        </p:xfrm>
        <a:graphic>
          <a:graphicData uri="http://schemas.openxmlformats.org/drawingml/2006/table">
            <a:tbl>
              <a:tblPr/>
              <a:tblGrid>
                <a:gridCol w="1155700">
                  <a:extLst>
                    <a:ext uri="{9D8B030D-6E8A-4147-A177-3AD203B41FA5}">
                      <a16:colId xmlns:a16="http://schemas.microsoft.com/office/drawing/2014/main" val="2548255331"/>
                    </a:ext>
                  </a:extLst>
                </a:gridCol>
                <a:gridCol w="1270000">
                  <a:extLst>
                    <a:ext uri="{9D8B030D-6E8A-4147-A177-3AD203B41FA5}">
                      <a16:colId xmlns:a16="http://schemas.microsoft.com/office/drawing/2014/main" val="2238268370"/>
                    </a:ext>
                  </a:extLst>
                </a:gridCol>
              </a:tblGrid>
              <a:tr h="184150">
                <a:tc>
                  <a:txBody>
                    <a:bodyPr/>
                    <a:lstStyle/>
                    <a:p>
                      <a:pPr algn="ctr" fontAlgn="b">
                        <a:buNone/>
                      </a:pPr>
                      <a:r>
                        <a:rPr lang="es-MX" sz="1100" b="1" i="0" u="none" strike="noStrike" dirty="0" err="1">
                          <a:solidFill>
                            <a:srgbClr val="000000"/>
                          </a:solidFill>
                          <a:effectLst/>
                          <a:latin typeface="Aptos Narrow" panose="020B0004020202020204" pitchFamily="34" charset="0"/>
                        </a:rPr>
                        <a:t>Collections</a:t>
                      </a:r>
                      <a:endParaRPr lang="en-GB" sz="1100" b="1" i="0" u="none" strike="noStrike" dirty="0">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ctr" fontAlgn="b">
                        <a:buNone/>
                      </a:pPr>
                      <a:r>
                        <a:rPr lang="es-MX" sz="1100" b="1" i="0" u="none" strike="noStrike" dirty="0">
                          <a:solidFill>
                            <a:srgbClr val="000000"/>
                          </a:solidFill>
                          <a:effectLst/>
                          <a:latin typeface="Aptos Narrow" panose="020B0004020202020204" pitchFamily="34" charset="0"/>
                        </a:rPr>
                        <a:t># of </a:t>
                      </a:r>
                      <a:r>
                        <a:rPr lang="es-MX" sz="1100" b="1" i="0" u="none" strike="noStrike" dirty="0" err="1">
                          <a:solidFill>
                            <a:srgbClr val="000000"/>
                          </a:solidFill>
                          <a:effectLst/>
                          <a:latin typeface="Aptos Narrow" panose="020B0004020202020204" pitchFamily="34" charset="0"/>
                        </a:rPr>
                        <a:t>images</a:t>
                      </a:r>
                      <a:endParaRPr lang="es-MX" sz="1100" b="1" i="0" u="none" strike="noStrike" dirty="0">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extLst>
                  <a:ext uri="{0D108BD9-81ED-4DB2-BD59-A6C34878D82A}">
                    <a16:rowId xmlns:a16="http://schemas.microsoft.com/office/drawing/2014/main" val="4081720008"/>
                  </a:ext>
                </a:extLst>
              </a:tr>
              <a:tr h="184150">
                <a:tc>
                  <a:txBody>
                    <a:bodyPr/>
                    <a:lstStyle/>
                    <a:p>
                      <a:pPr algn="ctr" fontAlgn="b">
                        <a:buNone/>
                      </a:pPr>
                      <a:r>
                        <a:rPr lang="en-GB" sz="1100" b="0" i="0" u="none" strike="noStrike" dirty="0">
                          <a:solidFill>
                            <a:srgbClr val="000000"/>
                          </a:solidFill>
                          <a:effectLst/>
                          <a:latin typeface="Aptos Narrow" panose="020B0004020202020204" pitchFamily="34" charset="0"/>
                        </a:rPr>
                        <a:t>4</a:t>
                      </a:r>
                    </a:p>
                  </a:txBody>
                  <a:tcPr marL="6350" marR="6350" marT="6350" marB="0" anchor="b">
                    <a:lnL>
                      <a:noFill/>
                    </a:lnL>
                    <a:lnR>
                      <a:noFill/>
                    </a:lnR>
                    <a:lnT>
                      <a:noFill/>
                    </a:lnT>
                    <a:lnB>
                      <a:noFill/>
                    </a:lnB>
                    <a:noFill/>
                  </a:tcPr>
                </a:tc>
                <a:tc>
                  <a:txBody>
                    <a:bodyPr/>
                    <a:lstStyle/>
                    <a:p>
                      <a:pPr algn="ctr" fontAlgn="b">
                        <a:buNone/>
                      </a:pPr>
                      <a:r>
                        <a:rPr lang="en-GB" sz="1100" b="0" i="0" u="none" strike="noStrike" dirty="0">
                          <a:solidFill>
                            <a:srgbClr val="000000"/>
                          </a:solidFill>
                          <a:effectLst/>
                          <a:latin typeface="Aptos Narrow" panose="020B0004020202020204" pitchFamily="34" charset="0"/>
                        </a:rPr>
                        <a:t>1400</a:t>
                      </a:r>
                    </a:p>
                  </a:txBody>
                  <a:tcPr marL="6350" marR="6350" marT="6350" marB="0" anchor="b">
                    <a:lnL>
                      <a:noFill/>
                    </a:lnL>
                    <a:lnR>
                      <a:noFill/>
                    </a:lnR>
                    <a:lnT>
                      <a:noFill/>
                    </a:lnT>
                    <a:lnB>
                      <a:noFill/>
                    </a:lnB>
                    <a:noFill/>
                  </a:tcPr>
                </a:tc>
                <a:extLst>
                  <a:ext uri="{0D108BD9-81ED-4DB2-BD59-A6C34878D82A}">
                    <a16:rowId xmlns:a16="http://schemas.microsoft.com/office/drawing/2014/main" val="22821131"/>
                  </a:ext>
                </a:extLst>
              </a:tr>
              <a:tr h="184150">
                <a:tc>
                  <a:txBody>
                    <a:bodyPr/>
                    <a:lstStyle/>
                    <a:p>
                      <a:pPr algn="ctr" fontAlgn="b">
                        <a:buNone/>
                      </a:pPr>
                      <a:r>
                        <a:rPr lang="en-GB" sz="1100" b="0" i="0" u="none" strike="noStrike" dirty="0">
                          <a:solidFill>
                            <a:srgbClr val="000000"/>
                          </a:solidFill>
                          <a:effectLst/>
                          <a:latin typeface="Aptos Narrow" panose="020B0004020202020204" pitchFamily="34" charset="0"/>
                        </a:rPr>
                        <a:t>5</a:t>
                      </a:r>
                    </a:p>
                  </a:txBody>
                  <a:tcPr marL="6350" marR="6350" marT="6350" marB="0" anchor="b">
                    <a:lnL>
                      <a:noFill/>
                    </a:lnL>
                    <a:lnR>
                      <a:noFill/>
                    </a:lnR>
                    <a:lnT>
                      <a:noFill/>
                    </a:lnT>
                    <a:lnB>
                      <a:noFill/>
                    </a:lnB>
                    <a:noFill/>
                  </a:tcPr>
                </a:tc>
                <a:tc>
                  <a:txBody>
                    <a:bodyPr/>
                    <a:lstStyle/>
                    <a:p>
                      <a:pPr algn="ctr" fontAlgn="b">
                        <a:buNone/>
                      </a:pPr>
                      <a:r>
                        <a:rPr lang="en-GB" sz="1100" b="0" i="0" u="none" strike="noStrike" dirty="0">
                          <a:solidFill>
                            <a:srgbClr val="000000"/>
                          </a:solidFill>
                          <a:effectLst/>
                          <a:latin typeface="Aptos Narrow" panose="020B0004020202020204" pitchFamily="34" charset="0"/>
                        </a:rPr>
                        <a:t>1400</a:t>
                      </a:r>
                    </a:p>
                  </a:txBody>
                  <a:tcPr marL="6350" marR="6350" marT="6350" marB="0" anchor="b">
                    <a:lnL>
                      <a:noFill/>
                    </a:lnL>
                    <a:lnR>
                      <a:noFill/>
                    </a:lnR>
                    <a:lnT>
                      <a:noFill/>
                    </a:lnT>
                    <a:lnB>
                      <a:noFill/>
                    </a:lnB>
                    <a:noFill/>
                  </a:tcPr>
                </a:tc>
                <a:extLst>
                  <a:ext uri="{0D108BD9-81ED-4DB2-BD59-A6C34878D82A}">
                    <a16:rowId xmlns:a16="http://schemas.microsoft.com/office/drawing/2014/main" val="3420340034"/>
                  </a:ext>
                </a:extLst>
              </a:tr>
              <a:tr h="184150">
                <a:tc>
                  <a:txBody>
                    <a:bodyPr/>
                    <a:lstStyle/>
                    <a:p>
                      <a:pPr algn="ctr" fontAlgn="b">
                        <a:buNone/>
                      </a:pPr>
                      <a:r>
                        <a:rPr lang="en-GB" sz="1100" b="0" i="0" u="none" strike="noStrike">
                          <a:solidFill>
                            <a:srgbClr val="000000"/>
                          </a:solidFill>
                          <a:effectLst/>
                          <a:latin typeface="Aptos Narrow" panose="020B0004020202020204" pitchFamily="34" charset="0"/>
                        </a:rPr>
                        <a:t>6</a:t>
                      </a:r>
                    </a:p>
                  </a:txBody>
                  <a:tcPr marL="6350" marR="6350" marT="6350" marB="0" anchor="b">
                    <a:lnL>
                      <a:noFill/>
                    </a:lnL>
                    <a:lnR>
                      <a:noFill/>
                    </a:lnR>
                    <a:lnT>
                      <a:noFill/>
                    </a:lnT>
                    <a:lnB>
                      <a:noFill/>
                    </a:lnB>
                    <a:noFill/>
                  </a:tcPr>
                </a:tc>
                <a:tc>
                  <a:txBody>
                    <a:bodyPr/>
                    <a:lstStyle/>
                    <a:p>
                      <a:pPr algn="ctr" fontAlgn="b">
                        <a:buNone/>
                      </a:pPr>
                      <a:r>
                        <a:rPr lang="en-GB" sz="1100" b="0" i="0" u="none" strike="noStrike" dirty="0">
                          <a:solidFill>
                            <a:srgbClr val="000000"/>
                          </a:solidFill>
                          <a:effectLst/>
                          <a:latin typeface="Aptos Narrow" panose="020B0004020202020204" pitchFamily="34" charset="0"/>
                        </a:rPr>
                        <a:t>1266</a:t>
                      </a:r>
                    </a:p>
                  </a:txBody>
                  <a:tcPr marL="6350" marR="6350" marT="6350" marB="0" anchor="b">
                    <a:lnL>
                      <a:noFill/>
                    </a:lnL>
                    <a:lnR>
                      <a:noFill/>
                    </a:lnR>
                    <a:lnT>
                      <a:noFill/>
                    </a:lnT>
                    <a:lnB>
                      <a:noFill/>
                    </a:lnB>
                    <a:noFill/>
                  </a:tcPr>
                </a:tc>
                <a:extLst>
                  <a:ext uri="{0D108BD9-81ED-4DB2-BD59-A6C34878D82A}">
                    <a16:rowId xmlns:a16="http://schemas.microsoft.com/office/drawing/2014/main" val="1199758165"/>
                  </a:ext>
                </a:extLst>
              </a:tr>
              <a:tr h="184150">
                <a:tc>
                  <a:txBody>
                    <a:bodyPr/>
                    <a:lstStyle/>
                    <a:p>
                      <a:pPr algn="ctr" fontAlgn="b">
                        <a:buNone/>
                      </a:pPr>
                      <a:r>
                        <a:rPr lang="en-GB" sz="1100" b="0" i="0" u="none" strike="noStrike">
                          <a:solidFill>
                            <a:srgbClr val="000000"/>
                          </a:solidFill>
                          <a:effectLst/>
                          <a:latin typeface="Aptos Narrow" panose="020B0004020202020204" pitchFamily="34" charset="0"/>
                        </a:rPr>
                        <a:t>7</a:t>
                      </a:r>
                    </a:p>
                  </a:txBody>
                  <a:tcPr marL="6350" marR="6350" marT="6350" marB="0" anchor="b">
                    <a:lnL>
                      <a:noFill/>
                    </a:lnL>
                    <a:lnR>
                      <a:noFill/>
                    </a:lnR>
                    <a:lnT>
                      <a:noFill/>
                    </a:lnT>
                    <a:lnB>
                      <a:noFill/>
                    </a:lnB>
                    <a:noFill/>
                  </a:tcPr>
                </a:tc>
                <a:tc>
                  <a:txBody>
                    <a:bodyPr/>
                    <a:lstStyle/>
                    <a:p>
                      <a:pPr algn="ctr" fontAlgn="b">
                        <a:buNone/>
                      </a:pPr>
                      <a:r>
                        <a:rPr lang="en-GB" sz="1100" b="0" i="0" u="none" strike="noStrike" dirty="0">
                          <a:solidFill>
                            <a:srgbClr val="000000"/>
                          </a:solidFill>
                          <a:effectLst/>
                          <a:latin typeface="Aptos Narrow" panose="020B0004020202020204" pitchFamily="34" charset="0"/>
                        </a:rPr>
                        <a:t>1400</a:t>
                      </a:r>
                    </a:p>
                  </a:txBody>
                  <a:tcPr marL="6350" marR="6350" marT="6350" marB="0" anchor="b">
                    <a:lnL>
                      <a:noFill/>
                    </a:lnL>
                    <a:lnR>
                      <a:noFill/>
                    </a:lnR>
                    <a:lnT>
                      <a:noFill/>
                    </a:lnT>
                    <a:lnB>
                      <a:noFill/>
                    </a:lnB>
                    <a:noFill/>
                  </a:tcPr>
                </a:tc>
                <a:extLst>
                  <a:ext uri="{0D108BD9-81ED-4DB2-BD59-A6C34878D82A}">
                    <a16:rowId xmlns:a16="http://schemas.microsoft.com/office/drawing/2014/main" val="2790481419"/>
                  </a:ext>
                </a:extLst>
              </a:tr>
              <a:tr h="184150">
                <a:tc>
                  <a:txBody>
                    <a:bodyPr/>
                    <a:lstStyle/>
                    <a:p>
                      <a:pPr algn="ctr" fontAlgn="b">
                        <a:buNone/>
                      </a:pPr>
                      <a:r>
                        <a:rPr lang="en-GB" sz="1100" b="0" i="0" u="none" strike="noStrike">
                          <a:solidFill>
                            <a:srgbClr val="000000"/>
                          </a:solidFill>
                          <a:effectLst/>
                          <a:latin typeface="Aptos Narrow" panose="020B0004020202020204" pitchFamily="34" charset="0"/>
                        </a:rPr>
                        <a:t>8</a:t>
                      </a:r>
                    </a:p>
                  </a:txBody>
                  <a:tcPr marL="6350" marR="6350" marT="6350" marB="0" anchor="b">
                    <a:lnL>
                      <a:noFill/>
                    </a:lnL>
                    <a:lnR>
                      <a:noFill/>
                    </a:lnR>
                    <a:lnT>
                      <a:noFill/>
                    </a:lnT>
                    <a:lnB>
                      <a:noFill/>
                    </a:lnB>
                    <a:noFill/>
                  </a:tcPr>
                </a:tc>
                <a:tc>
                  <a:txBody>
                    <a:bodyPr/>
                    <a:lstStyle/>
                    <a:p>
                      <a:pPr algn="ctr" fontAlgn="b">
                        <a:buNone/>
                      </a:pPr>
                      <a:r>
                        <a:rPr lang="en-GB" sz="1100" b="0" i="0" u="none" strike="noStrike" dirty="0">
                          <a:solidFill>
                            <a:srgbClr val="000000"/>
                          </a:solidFill>
                          <a:effectLst/>
                          <a:latin typeface="Aptos Narrow" panose="020B0004020202020204" pitchFamily="34" charset="0"/>
                        </a:rPr>
                        <a:t>1390</a:t>
                      </a:r>
                    </a:p>
                  </a:txBody>
                  <a:tcPr marL="6350" marR="6350" marT="6350" marB="0" anchor="b">
                    <a:lnL>
                      <a:noFill/>
                    </a:lnL>
                    <a:lnR>
                      <a:noFill/>
                    </a:lnR>
                    <a:lnT>
                      <a:noFill/>
                    </a:lnT>
                    <a:lnB>
                      <a:noFill/>
                    </a:lnB>
                    <a:noFill/>
                  </a:tcPr>
                </a:tc>
                <a:extLst>
                  <a:ext uri="{0D108BD9-81ED-4DB2-BD59-A6C34878D82A}">
                    <a16:rowId xmlns:a16="http://schemas.microsoft.com/office/drawing/2014/main" val="3873243453"/>
                  </a:ext>
                </a:extLst>
              </a:tr>
              <a:tr h="184150">
                <a:tc>
                  <a:txBody>
                    <a:bodyPr/>
                    <a:lstStyle/>
                    <a:p>
                      <a:pPr algn="ctr" fontAlgn="b">
                        <a:buNone/>
                      </a:pPr>
                      <a:r>
                        <a:rPr lang="en-GB" sz="1100" b="0" i="0" u="none" strike="noStrike">
                          <a:solidFill>
                            <a:srgbClr val="000000"/>
                          </a:solidFill>
                          <a:effectLst/>
                          <a:latin typeface="Aptos Narrow" panose="020B0004020202020204" pitchFamily="34" charset="0"/>
                        </a:rPr>
                        <a:t>9</a:t>
                      </a:r>
                    </a:p>
                  </a:txBody>
                  <a:tcPr marL="6350" marR="6350" marT="6350" marB="0" anchor="b">
                    <a:lnL>
                      <a:noFill/>
                    </a:lnL>
                    <a:lnR>
                      <a:noFill/>
                    </a:lnR>
                    <a:lnT>
                      <a:noFill/>
                    </a:lnT>
                    <a:lnB>
                      <a:noFill/>
                    </a:lnB>
                    <a:noFill/>
                  </a:tcPr>
                </a:tc>
                <a:tc>
                  <a:txBody>
                    <a:bodyPr/>
                    <a:lstStyle/>
                    <a:p>
                      <a:pPr algn="ctr" fontAlgn="b">
                        <a:buNone/>
                      </a:pPr>
                      <a:r>
                        <a:rPr lang="en-GB" sz="1100" b="0" i="0" u="none" strike="noStrike">
                          <a:solidFill>
                            <a:srgbClr val="000000"/>
                          </a:solidFill>
                          <a:effectLst/>
                          <a:latin typeface="Aptos Narrow" panose="020B0004020202020204" pitchFamily="34" charset="0"/>
                        </a:rPr>
                        <a:t>1400</a:t>
                      </a:r>
                    </a:p>
                  </a:txBody>
                  <a:tcPr marL="6350" marR="6350" marT="6350" marB="0" anchor="b">
                    <a:lnL>
                      <a:noFill/>
                    </a:lnL>
                    <a:lnR>
                      <a:noFill/>
                    </a:lnR>
                    <a:lnT>
                      <a:noFill/>
                    </a:lnT>
                    <a:lnB>
                      <a:noFill/>
                    </a:lnB>
                    <a:noFill/>
                  </a:tcPr>
                </a:tc>
                <a:extLst>
                  <a:ext uri="{0D108BD9-81ED-4DB2-BD59-A6C34878D82A}">
                    <a16:rowId xmlns:a16="http://schemas.microsoft.com/office/drawing/2014/main" val="932060051"/>
                  </a:ext>
                </a:extLst>
              </a:tr>
              <a:tr h="184150">
                <a:tc>
                  <a:txBody>
                    <a:bodyPr/>
                    <a:lstStyle/>
                    <a:p>
                      <a:pPr algn="ctr" fontAlgn="b">
                        <a:buNone/>
                      </a:pPr>
                      <a:r>
                        <a:rPr lang="en-GB" sz="1100" b="0" i="0" u="none" strike="noStrike" dirty="0">
                          <a:solidFill>
                            <a:srgbClr val="000000"/>
                          </a:solidFill>
                          <a:effectLst/>
                          <a:latin typeface="Aptos Narrow" panose="020B0004020202020204" pitchFamily="34" charset="0"/>
                        </a:rPr>
                        <a:t>10</a:t>
                      </a:r>
                    </a:p>
                  </a:txBody>
                  <a:tcPr marL="6350" marR="6350" marT="6350" marB="0" anchor="b">
                    <a:lnL>
                      <a:noFill/>
                    </a:lnL>
                    <a:lnR>
                      <a:noFill/>
                    </a:lnR>
                    <a:lnT>
                      <a:noFill/>
                    </a:lnT>
                    <a:lnB>
                      <a:noFill/>
                    </a:lnB>
                    <a:noFill/>
                  </a:tcPr>
                </a:tc>
                <a:tc>
                  <a:txBody>
                    <a:bodyPr/>
                    <a:lstStyle/>
                    <a:p>
                      <a:pPr algn="ctr" fontAlgn="b">
                        <a:buNone/>
                      </a:pPr>
                      <a:r>
                        <a:rPr lang="en-GB" sz="1100" b="0" i="0" u="none" strike="noStrike" dirty="0">
                          <a:solidFill>
                            <a:srgbClr val="000000"/>
                          </a:solidFill>
                          <a:effectLst/>
                          <a:latin typeface="Aptos Narrow" panose="020B0004020202020204" pitchFamily="34" charset="0"/>
                        </a:rPr>
                        <a:t>1400</a:t>
                      </a:r>
                    </a:p>
                  </a:txBody>
                  <a:tcPr marL="6350" marR="6350" marT="6350" marB="0" anchor="b">
                    <a:lnL>
                      <a:noFill/>
                    </a:lnL>
                    <a:lnR>
                      <a:noFill/>
                    </a:lnR>
                    <a:lnT>
                      <a:noFill/>
                    </a:lnT>
                    <a:lnB>
                      <a:noFill/>
                    </a:lnB>
                    <a:noFill/>
                  </a:tcPr>
                </a:tc>
                <a:extLst>
                  <a:ext uri="{0D108BD9-81ED-4DB2-BD59-A6C34878D82A}">
                    <a16:rowId xmlns:a16="http://schemas.microsoft.com/office/drawing/2014/main" val="1538582536"/>
                  </a:ext>
                </a:extLst>
              </a:tr>
              <a:tr h="184150">
                <a:tc>
                  <a:txBody>
                    <a:bodyPr/>
                    <a:lstStyle/>
                    <a:p>
                      <a:pPr algn="ctr" fontAlgn="b">
                        <a:buNone/>
                      </a:pPr>
                      <a:r>
                        <a:rPr lang="en-GB" sz="1100" b="0" i="0" u="none" strike="noStrike">
                          <a:solidFill>
                            <a:srgbClr val="000000"/>
                          </a:solidFill>
                          <a:effectLst/>
                          <a:latin typeface="Aptos Narrow" panose="020B0004020202020204" pitchFamily="34" charset="0"/>
                        </a:rPr>
                        <a:t>11</a:t>
                      </a:r>
                    </a:p>
                  </a:txBody>
                  <a:tcPr marL="6350" marR="6350" marT="6350" marB="0" anchor="b">
                    <a:lnL>
                      <a:noFill/>
                    </a:lnL>
                    <a:lnR>
                      <a:noFill/>
                    </a:lnR>
                    <a:lnT>
                      <a:noFill/>
                    </a:lnT>
                    <a:lnB>
                      <a:noFill/>
                    </a:lnB>
                    <a:noFill/>
                  </a:tcPr>
                </a:tc>
                <a:tc>
                  <a:txBody>
                    <a:bodyPr/>
                    <a:lstStyle/>
                    <a:p>
                      <a:pPr algn="ctr" fontAlgn="b">
                        <a:buNone/>
                      </a:pPr>
                      <a:r>
                        <a:rPr lang="en-GB" sz="1100" b="0" i="0" u="none" strike="noStrike" dirty="0">
                          <a:solidFill>
                            <a:srgbClr val="000000"/>
                          </a:solidFill>
                          <a:effectLst/>
                          <a:latin typeface="Aptos Narrow" panose="020B0004020202020204" pitchFamily="34" charset="0"/>
                        </a:rPr>
                        <a:t>1400</a:t>
                      </a:r>
                    </a:p>
                  </a:txBody>
                  <a:tcPr marL="6350" marR="6350" marT="6350" marB="0" anchor="b">
                    <a:lnL>
                      <a:noFill/>
                    </a:lnL>
                    <a:lnR>
                      <a:noFill/>
                    </a:lnR>
                    <a:lnT>
                      <a:noFill/>
                    </a:lnT>
                    <a:lnB>
                      <a:noFill/>
                    </a:lnB>
                    <a:noFill/>
                  </a:tcPr>
                </a:tc>
                <a:extLst>
                  <a:ext uri="{0D108BD9-81ED-4DB2-BD59-A6C34878D82A}">
                    <a16:rowId xmlns:a16="http://schemas.microsoft.com/office/drawing/2014/main" val="3770685975"/>
                  </a:ext>
                </a:extLst>
              </a:tr>
              <a:tr h="184150">
                <a:tc>
                  <a:txBody>
                    <a:bodyPr/>
                    <a:lstStyle/>
                    <a:p>
                      <a:pPr algn="ctr" fontAlgn="b">
                        <a:buNone/>
                      </a:pPr>
                      <a:r>
                        <a:rPr lang="en-GB" sz="1100" b="0" i="0" u="none" strike="noStrike">
                          <a:solidFill>
                            <a:srgbClr val="000000"/>
                          </a:solidFill>
                          <a:effectLst/>
                          <a:latin typeface="Aptos Narrow" panose="020B0004020202020204" pitchFamily="34" charset="0"/>
                        </a:rPr>
                        <a:t>12</a:t>
                      </a:r>
                    </a:p>
                  </a:txBody>
                  <a:tcPr marL="6350" marR="6350" marT="6350" marB="0" anchor="b">
                    <a:lnL>
                      <a:noFill/>
                    </a:lnL>
                    <a:lnR>
                      <a:noFill/>
                    </a:lnR>
                    <a:lnT>
                      <a:noFill/>
                    </a:lnT>
                    <a:lnB>
                      <a:noFill/>
                    </a:lnB>
                    <a:noFill/>
                  </a:tcPr>
                </a:tc>
                <a:tc>
                  <a:txBody>
                    <a:bodyPr/>
                    <a:lstStyle/>
                    <a:p>
                      <a:pPr algn="ctr" fontAlgn="b">
                        <a:buNone/>
                      </a:pPr>
                      <a:r>
                        <a:rPr lang="en-GB" sz="1100" b="0" i="0" u="none" strike="noStrike" dirty="0">
                          <a:solidFill>
                            <a:srgbClr val="000000"/>
                          </a:solidFill>
                          <a:effectLst/>
                          <a:latin typeface="Aptos Narrow" panose="020B0004020202020204" pitchFamily="34" charset="0"/>
                        </a:rPr>
                        <a:t>1400</a:t>
                      </a:r>
                    </a:p>
                  </a:txBody>
                  <a:tcPr marL="6350" marR="6350" marT="6350" marB="0" anchor="b">
                    <a:lnL>
                      <a:noFill/>
                    </a:lnL>
                    <a:lnR>
                      <a:noFill/>
                    </a:lnR>
                    <a:lnT>
                      <a:noFill/>
                    </a:lnT>
                    <a:lnB>
                      <a:noFill/>
                    </a:lnB>
                    <a:noFill/>
                  </a:tcPr>
                </a:tc>
                <a:extLst>
                  <a:ext uri="{0D108BD9-81ED-4DB2-BD59-A6C34878D82A}">
                    <a16:rowId xmlns:a16="http://schemas.microsoft.com/office/drawing/2014/main" val="3857096157"/>
                  </a:ext>
                </a:extLst>
              </a:tr>
              <a:tr h="184150">
                <a:tc>
                  <a:txBody>
                    <a:bodyPr/>
                    <a:lstStyle/>
                    <a:p>
                      <a:pPr algn="ctr" fontAlgn="b">
                        <a:buNone/>
                      </a:pPr>
                      <a:r>
                        <a:rPr lang="en-GB" sz="1100" b="0" i="0" u="none" strike="noStrike">
                          <a:solidFill>
                            <a:srgbClr val="000000"/>
                          </a:solidFill>
                          <a:effectLst/>
                          <a:latin typeface="Aptos Narrow" panose="020B0004020202020204" pitchFamily="34" charset="0"/>
                        </a:rPr>
                        <a:t>13</a:t>
                      </a:r>
                    </a:p>
                  </a:txBody>
                  <a:tcPr marL="6350" marR="6350" marT="6350" marB="0" anchor="b">
                    <a:lnL>
                      <a:noFill/>
                    </a:lnL>
                    <a:lnR>
                      <a:noFill/>
                    </a:lnR>
                    <a:lnT>
                      <a:noFill/>
                    </a:lnT>
                    <a:lnB>
                      <a:noFill/>
                    </a:lnB>
                    <a:noFill/>
                  </a:tcPr>
                </a:tc>
                <a:tc>
                  <a:txBody>
                    <a:bodyPr/>
                    <a:lstStyle/>
                    <a:p>
                      <a:pPr algn="ctr" fontAlgn="b">
                        <a:buNone/>
                      </a:pPr>
                      <a:r>
                        <a:rPr lang="en-GB" sz="1100" b="0" i="0" u="none" strike="noStrike" dirty="0">
                          <a:solidFill>
                            <a:srgbClr val="000000"/>
                          </a:solidFill>
                          <a:effectLst/>
                          <a:latin typeface="Aptos Narrow" panose="020B0004020202020204" pitchFamily="34" charset="0"/>
                        </a:rPr>
                        <a:t>1400</a:t>
                      </a:r>
                    </a:p>
                  </a:txBody>
                  <a:tcPr marL="6350" marR="6350" marT="6350" marB="0" anchor="b">
                    <a:lnL>
                      <a:noFill/>
                    </a:lnL>
                    <a:lnR>
                      <a:noFill/>
                    </a:lnR>
                    <a:lnT>
                      <a:noFill/>
                    </a:lnT>
                    <a:lnB>
                      <a:noFill/>
                    </a:lnB>
                    <a:noFill/>
                  </a:tcPr>
                </a:tc>
                <a:extLst>
                  <a:ext uri="{0D108BD9-81ED-4DB2-BD59-A6C34878D82A}">
                    <a16:rowId xmlns:a16="http://schemas.microsoft.com/office/drawing/2014/main" val="3052141774"/>
                  </a:ext>
                </a:extLst>
              </a:tr>
              <a:tr h="184150">
                <a:tc>
                  <a:txBody>
                    <a:bodyPr/>
                    <a:lstStyle/>
                    <a:p>
                      <a:pPr algn="ctr" fontAlgn="b">
                        <a:buNone/>
                      </a:pPr>
                      <a:r>
                        <a:rPr lang="en-GB" sz="1100" b="0" i="0" u="none" strike="noStrike">
                          <a:solidFill>
                            <a:srgbClr val="000000"/>
                          </a:solidFill>
                          <a:effectLst/>
                          <a:latin typeface="Aptos Narrow" panose="020B0004020202020204" pitchFamily="34" charset="0"/>
                        </a:rPr>
                        <a:t>14</a:t>
                      </a:r>
                    </a:p>
                  </a:txBody>
                  <a:tcPr marL="6350" marR="6350" marT="6350" marB="0" anchor="b">
                    <a:lnL>
                      <a:noFill/>
                    </a:lnL>
                    <a:lnR>
                      <a:noFill/>
                    </a:lnR>
                    <a:lnT>
                      <a:noFill/>
                    </a:lnT>
                    <a:lnB>
                      <a:noFill/>
                    </a:lnB>
                    <a:noFill/>
                  </a:tcPr>
                </a:tc>
                <a:tc>
                  <a:txBody>
                    <a:bodyPr/>
                    <a:lstStyle/>
                    <a:p>
                      <a:pPr algn="ctr" fontAlgn="b">
                        <a:buNone/>
                      </a:pPr>
                      <a:r>
                        <a:rPr lang="en-GB" sz="1100" b="0" i="0" u="none" strike="noStrike" dirty="0">
                          <a:solidFill>
                            <a:srgbClr val="000000"/>
                          </a:solidFill>
                          <a:effectLst/>
                          <a:latin typeface="Aptos Narrow" panose="020B0004020202020204" pitchFamily="34" charset="0"/>
                        </a:rPr>
                        <a:t>1400</a:t>
                      </a:r>
                    </a:p>
                  </a:txBody>
                  <a:tcPr marL="6350" marR="6350" marT="6350" marB="0" anchor="b">
                    <a:lnL>
                      <a:noFill/>
                    </a:lnL>
                    <a:lnR>
                      <a:noFill/>
                    </a:lnR>
                    <a:lnT>
                      <a:noFill/>
                    </a:lnT>
                    <a:lnB>
                      <a:noFill/>
                    </a:lnB>
                    <a:noFill/>
                  </a:tcPr>
                </a:tc>
                <a:extLst>
                  <a:ext uri="{0D108BD9-81ED-4DB2-BD59-A6C34878D82A}">
                    <a16:rowId xmlns:a16="http://schemas.microsoft.com/office/drawing/2014/main" val="393221368"/>
                  </a:ext>
                </a:extLst>
              </a:tr>
              <a:tr h="184150">
                <a:tc>
                  <a:txBody>
                    <a:bodyPr/>
                    <a:lstStyle/>
                    <a:p>
                      <a:pPr algn="ctr" fontAlgn="b">
                        <a:buNone/>
                      </a:pPr>
                      <a:r>
                        <a:rPr lang="en-GB" sz="1100" b="0" i="0" u="none" strike="noStrike" dirty="0">
                          <a:solidFill>
                            <a:srgbClr val="000000"/>
                          </a:solidFill>
                          <a:effectLst/>
                          <a:latin typeface="Aptos Narrow" panose="020B0004020202020204" pitchFamily="34" charset="0"/>
                        </a:rPr>
                        <a:t>15</a:t>
                      </a:r>
                    </a:p>
                  </a:txBody>
                  <a:tcPr marL="6350" marR="6350" marT="6350" marB="0" anchor="b">
                    <a:lnL>
                      <a:noFill/>
                    </a:lnL>
                    <a:lnR>
                      <a:noFill/>
                    </a:lnR>
                    <a:lnT>
                      <a:noFill/>
                    </a:lnT>
                    <a:lnB>
                      <a:noFill/>
                    </a:lnB>
                    <a:noFill/>
                  </a:tcPr>
                </a:tc>
                <a:tc>
                  <a:txBody>
                    <a:bodyPr/>
                    <a:lstStyle/>
                    <a:p>
                      <a:pPr algn="ctr" fontAlgn="b">
                        <a:buNone/>
                      </a:pPr>
                      <a:r>
                        <a:rPr lang="en-GB" sz="1100" b="0" i="0" u="none" strike="noStrike" dirty="0">
                          <a:solidFill>
                            <a:srgbClr val="000000"/>
                          </a:solidFill>
                          <a:effectLst/>
                          <a:latin typeface="Aptos Narrow" panose="020B0004020202020204" pitchFamily="34" charset="0"/>
                        </a:rPr>
                        <a:t>1400</a:t>
                      </a:r>
                    </a:p>
                  </a:txBody>
                  <a:tcPr marL="6350" marR="6350" marT="6350" marB="0" anchor="b">
                    <a:lnL>
                      <a:noFill/>
                    </a:lnL>
                    <a:lnR>
                      <a:noFill/>
                    </a:lnR>
                    <a:lnT>
                      <a:noFill/>
                    </a:lnT>
                    <a:lnB>
                      <a:noFill/>
                    </a:lnB>
                    <a:noFill/>
                  </a:tcPr>
                </a:tc>
                <a:extLst>
                  <a:ext uri="{0D108BD9-81ED-4DB2-BD59-A6C34878D82A}">
                    <a16:rowId xmlns:a16="http://schemas.microsoft.com/office/drawing/2014/main" val="4188778142"/>
                  </a:ext>
                </a:extLst>
              </a:tr>
            </a:tbl>
          </a:graphicData>
        </a:graphic>
      </p:graphicFrame>
      <p:pic>
        <p:nvPicPr>
          <p:cNvPr id="14" name="Imagen 13">
            <a:extLst>
              <a:ext uri="{FF2B5EF4-FFF2-40B4-BE49-F238E27FC236}">
                <a16:creationId xmlns:a16="http://schemas.microsoft.com/office/drawing/2014/main" id="{3C759B06-6E64-7C4D-1181-634132DD37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73572" y="1694616"/>
            <a:ext cx="6830212" cy="4639112"/>
          </a:xfrm>
          <a:prstGeom prst="rect">
            <a:avLst/>
          </a:prstGeom>
        </p:spPr>
      </p:pic>
      <p:sp>
        <p:nvSpPr>
          <p:cNvPr id="16" name="CuadroTexto 15">
            <a:extLst>
              <a:ext uri="{FF2B5EF4-FFF2-40B4-BE49-F238E27FC236}">
                <a16:creationId xmlns:a16="http://schemas.microsoft.com/office/drawing/2014/main" id="{3E40A214-909D-529D-D4ED-372A8687C8F5}"/>
              </a:ext>
            </a:extLst>
          </p:cNvPr>
          <p:cNvSpPr txBox="1"/>
          <p:nvPr/>
        </p:nvSpPr>
        <p:spPr>
          <a:xfrm>
            <a:off x="4299359" y="1411899"/>
            <a:ext cx="7164484" cy="276999"/>
          </a:xfrm>
          <a:prstGeom prst="rect">
            <a:avLst/>
          </a:prstGeom>
          <a:noFill/>
        </p:spPr>
        <p:txBody>
          <a:bodyPr wrap="square">
            <a:spAutoFit/>
          </a:bodyPr>
          <a:lstStyle/>
          <a:p>
            <a:r>
              <a:rPr lang="en-GB" sz="1200" dirty="0"/>
              <a:t>images_collection_15/20812/</a:t>
            </a:r>
            <a:r>
              <a:rPr lang="en-GB" sz="1200" dirty="0" err="1"/>
              <a:t>input_images</a:t>
            </a:r>
            <a:r>
              <a:rPr lang="en-GB" sz="1200" dirty="0"/>
              <a:t>/CAP-10102025-130010-</a:t>
            </a:r>
            <a:r>
              <a:rPr lang="en-GB" sz="1200" b="1" i="1" dirty="0">
                <a:highlight>
                  <a:srgbClr val="FFFF00"/>
                </a:highlight>
              </a:rPr>
              <a:t>x30900-y16600-z2878-fm119_84</a:t>
            </a:r>
            <a:r>
              <a:rPr lang="en-GB" sz="1200" dirty="0"/>
              <a:t>.jpg</a:t>
            </a:r>
          </a:p>
        </p:txBody>
      </p:sp>
      <p:sp>
        <p:nvSpPr>
          <p:cNvPr id="17" name="CuadroTexto 16">
            <a:extLst>
              <a:ext uri="{FF2B5EF4-FFF2-40B4-BE49-F238E27FC236}">
                <a16:creationId xmlns:a16="http://schemas.microsoft.com/office/drawing/2014/main" id="{447300A7-B201-75E1-CE0A-DE6EEB15CA6D}"/>
              </a:ext>
            </a:extLst>
          </p:cNvPr>
          <p:cNvSpPr txBox="1"/>
          <p:nvPr/>
        </p:nvSpPr>
        <p:spPr>
          <a:xfrm>
            <a:off x="9567643" y="1009258"/>
            <a:ext cx="2847062" cy="307777"/>
          </a:xfrm>
          <a:prstGeom prst="rect">
            <a:avLst/>
          </a:prstGeom>
          <a:noFill/>
        </p:spPr>
        <p:txBody>
          <a:bodyPr wrap="square" rtlCol="0">
            <a:spAutoFit/>
          </a:bodyPr>
          <a:lstStyle/>
          <a:p>
            <a:r>
              <a:rPr lang="es-MX" sz="1400" dirty="0"/>
              <a:t>Main </a:t>
            </a:r>
            <a:r>
              <a:rPr lang="es-MX" sz="1400" dirty="0" err="1"/>
              <a:t>information</a:t>
            </a:r>
            <a:endParaRPr lang="en-GB" sz="1400" dirty="0"/>
          </a:p>
        </p:txBody>
      </p:sp>
      <p:cxnSp>
        <p:nvCxnSpPr>
          <p:cNvPr id="19" name="Conector: curvado 18">
            <a:extLst>
              <a:ext uri="{FF2B5EF4-FFF2-40B4-BE49-F238E27FC236}">
                <a16:creationId xmlns:a16="http://schemas.microsoft.com/office/drawing/2014/main" id="{8D03FC6A-DA08-FC72-45D2-DDC17431AA5C}"/>
              </a:ext>
            </a:extLst>
          </p:cNvPr>
          <p:cNvCxnSpPr>
            <a:cxnSpLocks/>
            <a:stCxn id="17" idx="1"/>
          </p:cNvCxnSpPr>
          <p:nvPr/>
        </p:nvCxnSpPr>
        <p:spPr>
          <a:xfrm rot="10800000" flipH="1" flipV="1">
            <a:off x="9567642" y="1163147"/>
            <a:ext cx="272643" cy="334288"/>
          </a:xfrm>
          <a:prstGeom prst="curvedConnector4">
            <a:avLst>
              <a:gd name="adj1" fmla="val -83846"/>
              <a:gd name="adj2" fmla="val 73017"/>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10770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1BB77-835D-2F19-D471-4B74EAB8E9E1}"/>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F61E2023-525A-F6A7-51AF-1D7E5F7D8FF5}"/>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949A15F7-735A-8C58-A5C2-41A8FA6D4B1F}"/>
              </a:ext>
            </a:extLst>
          </p:cNvPr>
          <p:cNvSpPr>
            <a:spLocks noGrp="1"/>
          </p:cNvSpPr>
          <p:nvPr>
            <p:ph type="title"/>
          </p:nvPr>
        </p:nvSpPr>
        <p:spPr>
          <a:xfrm>
            <a:off x="504547" y="376477"/>
            <a:ext cx="9208008" cy="462430"/>
          </a:xfrm>
        </p:spPr>
        <p:txBody>
          <a:bodyPr>
            <a:noAutofit/>
          </a:bodyPr>
          <a:lstStyle/>
          <a:p>
            <a:r>
              <a:rPr lang="en-GB" sz="2400" b="1" dirty="0">
                <a:solidFill>
                  <a:srgbClr val="D24369"/>
                </a:solidFill>
                <a:latin typeface="Arial"/>
                <a:cs typeface="Arial"/>
              </a:rPr>
              <a:t>Approach 1 — Five-Point Focus Calibration</a:t>
            </a:r>
          </a:p>
        </p:txBody>
      </p:sp>
      <p:pic>
        <p:nvPicPr>
          <p:cNvPr id="5" name="Picture 4" descr="A black and pink logo&#10;&#10;Description automatically generated">
            <a:extLst>
              <a:ext uri="{FF2B5EF4-FFF2-40B4-BE49-F238E27FC236}">
                <a16:creationId xmlns:a16="http://schemas.microsoft.com/office/drawing/2014/main" id="{D6E00D2C-F42B-B22F-C99E-B68305A81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pic>
        <p:nvPicPr>
          <p:cNvPr id="6" name="Imagen 5">
            <a:extLst>
              <a:ext uri="{FF2B5EF4-FFF2-40B4-BE49-F238E27FC236}">
                <a16:creationId xmlns:a16="http://schemas.microsoft.com/office/drawing/2014/main" id="{D6BAEE62-A818-1258-65AB-2EF09EF5E058}"/>
              </a:ext>
            </a:extLst>
          </p:cNvPr>
          <p:cNvPicPr>
            <a:picLocks noChangeAspect="1"/>
          </p:cNvPicPr>
          <p:nvPr/>
        </p:nvPicPr>
        <p:blipFill>
          <a:blip r:embed="rId4">
            <a:extLst>
              <a:ext uri="{28A0092B-C50C-407E-A947-70E740481C1C}">
                <a14:useLocalDpi xmlns:a14="http://schemas.microsoft.com/office/drawing/2010/main" val="0"/>
              </a:ext>
            </a:extLst>
          </a:blip>
          <a:srcRect t="20919"/>
          <a:stretch>
            <a:fillRect/>
          </a:stretch>
        </p:blipFill>
        <p:spPr>
          <a:xfrm>
            <a:off x="324300" y="2249713"/>
            <a:ext cx="11543400" cy="3560191"/>
          </a:xfrm>
          <a:prstGeom prst="rect">
            <a:avLst/>
          </a:prstGeom>
        </p:spPr>
      </p:pic>
    </p:spTree>
    <p:extLst>
      <p:ext uri="{BB962C8B-B14F-4D97-AF65-F5344CB8AC3E}">
        <p14:creationId xmlns:p14="http://schemas.microsoft.com/office/powerpoint/2010/main" val="1396595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B3BB3-22DA-3648-8ADB-F7CFA01A2DFE}"/>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FDDA9D16-1968-32CE-6B1E-B11656F842D6}"/>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FAF423D9-2F35-90F6-E367-639C313269F0}"/>
              </a:ext>
            </a:extLst>
          </p:cNvPr>
          <p:cNvSpPr>
            <a:spLocks noGrp="1"/>
          </p:cNvSpPr>
          <p:nvPr>
            <p:ph type="title"/>
          </p:nvPr>
        </p:nvSpPr>
        <p:spPr>
          <a:xfrm>
            <a:off x="504547" y="376477"/>
            <a:ext cx="9208008" cy="462430"/>
          </a:xfrm>
        </p:spPr>
        <p:txBody>
          <a:bodyPr>
            <a:noAutofit/>
          </a:bodyPr>
          <a:lstStyle/>
          <a:p>
            <a:r>
              <a:rPr lang="en-GB" sz="2400" b="1" dirty="0">
                <a:solidFill>
                  <a:srgbClr val="D24369"/>
                </a:solidFill>
                <a:latin typeface="Arial"/>
                <a:cs typeface="Arial"/>
              </a:rPr>
              <a:t>Approach 1 — Five-Point Focus Calibration</a:t>
            </a:r>
          </a:p>
        </p:txBody>
      </p:sp>
      <p:pic>
        <p:nvPicPr>
          <p:cNvPr id="5" name="Picture 4" descr="A black and pink logo&#10;&#10;Description automatically generated">
            <a:extLst>
              <a:ext uri="{FF2B5EF4-FFF2-40B4-BE49-F238E27FC236}">
                <a16:creationId xmlns:a16="http://schemas.microsoft.com/office/drawing/2014/main" id="{AFE12C75-A4C6-8A9F-3284-CD22048F66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pic>
        <p:nvPicPr>
          <p:cNvPr id="12" name="Imagen 11">
            <a:extLst>
              <a:ext uri="{FF2B5EF4-FFF2-40B4-BE49-F238E27FC236}">
                <a16:creationId xmlns:a16="http://schemas.microsoft.com/office/drawing/2014/main" id="{6F628F8B-9DB2-9642-ED91-2698236B29C8}"/>
              </a:ext>
            </a:extLst>
          </p:cNvPr>
          <p:cNvPicPr>
            <a:picLocks noChangeAspect="1"/>
          </p:cNvPicPr>
          <p:nvPr/>
        </p:nvPicPr>
        <p:blipFill>
          <a:blip r:embed="rId4"/>
          <a:stretch>
            <a:fillRect/>
          </a:stretch>
        </p:blipFill>
        <p:spPr>
          <a:xfrm>
            <a:off x="1516586" y="1425476"/>
            <a:ext cx="9072201" cy="4993797"/>
          </a:xfrm>
          <a:prstGeom prst="rect">
            <a:avLst/>
          </a:prstGeom>
        </p:spPr>
      </p:pic>
    </p:spTree>
    <p:extLst>
      <p:ext uri="{BB962C8B-B14F-4D97-AF65-F5344CB8AC3E}">
        <p14:creationId xmlns:p14="http://schemas.microsoft.com/office/powerpoint/2010/main" val="1674327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CA225-40AA-8E6C-EA2C-FDB743E77136}"/>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5474109B-26E2-22AF-9BB8-421E5912E0B0}"/>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3722DF29-EF54-3331-8A6E-958B375FE2DB}"/>
              </a:ext>
            </a:extLst>
          </p:cNvPr>
          <p:cNvSpPr>
            <a:spLocks noGrp="1"/>
          </p:cNvSpPr>
          <p:nvPr>
            <p:ph type="title"/>
          </p:nvPr>
        </p:nvSpPr>
        <p:spPr>
          <a:xfrm>
            <a:off x="504547" y="376477"/>
            <a:ext cx="9208008" cy="462430"/>
          </a:xfrm>
        </p:spPr>
        <p:txBody>
          <a:bodyPr>
            <a:noAutofit/>
          </a:bodyPr>
          <a:lstStyle/>
          <a:p>
            <a:r>
              <a:rPr lang="en-GB" sz="2400" b="1" dirty="0">
                <a:solidFill>
                  <a:srgbClr val="D24369"/>
                </a:solidFill>
                <a:latin typeface="Arial"/>
                <a:cs typeface="Arial"/>
              </a:rPr>
              <a:t>Approach 1 — Five-Point Focus Calibration</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1A586112-6115-8E1B-7D03-833877BB90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pic>
        <p:nvPicPr>
          <p:cNvPr id="2" name="Imagen 1">
            <a:extLst>
              <a:ext uri="{FF2B5EF4-FFF2-40B4-BE49-F238E27FC236}">
                <a16:creationId xmlns:a16="http://schemas.microsoft.com/office/drawing/2014/main" id="{99BAAA76-F256-97B3-92DA-821DC7655664}"/>
              </a:ext>
            </a:extLst>
          </p:cNvPr>
          <p:cNvPicPr>
            <a:picLocks noChangeAspect="1"/>
          </p:cNvPicPr>
          <p:nvPr/>
        </p:nvPicPr>
        <p:blipFill>
          <a:blip r:embed="rId4"/>
          <a:stretch>
            <a:fillRect/>
          </a:stretch>
        </p:blipFill>
        <p:spPr>
          <a:xfrm>
            <a:off x="1126835" y="1249331"/>
            <a:ext cx="10225671" cy="3243525"/>
          </a:xfrm>
          <a:prstGeom prst="rect">
            <a:avLst/>
          </a:prstGeom>
        </p:spPr>
      </p:pic>
      <p:pic>
        <p:nvPicPr>
          <p:cNvPr id="21" name="Imagen 20">
            <a:extLst>
              <a:ext uri="{FF2B5EF4-FFF2-40B4-BE49-F238E27FC236}">
                <a16:creationId xmlns:a16="http://schemas.microsoft.com/office/drawing/2014/main" id="{3B101C35-FFDE-26D9-911B-1FE91E98BD0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94704" y="4579779"/>
            <a:ext cx="5573486" cy="2228832"/>
          </a:xfrm>
          <a:prstGeom prst="rect">
            <a:avLst/>
          </a:prstGeom>
        </p:spPr>
      </p:pic>
    </p:spTree>
    <p:extLst>
      <p:ext uri="{BB962C8B-B14F-4D97-AF65-F5344CB8AC3E}">
        <p14:creationId xmlns:p14="http://schemas.microsoft.com/office/powerpoint/2010/main" val="4117011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C90F9-BECD-3650-8AD8-E3BBA35E73B6}"/>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48041BC6-8AE1-C9DB-C34B-40DC7BD38875}"/>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85560A1D-B7F3-F08F-ECD7-814AAED5F1A0}"/>
              </a:ext>
            </a:extLst>
          </p:cNvPr>
          <p:cNvSpPr>
            <a:spLocks noGrp="1"/>
          </p:cNvSpPr>
          <p:nvPr>
            <p:ph type="title"/>
          </p:nvPr>
        </p:nvSpPr>
        <p:spPr>
          <a:xfrm>
            <a:off x="504547" y="376477"/>
            <a:ext cx="9208008" cy="462430"/>
          </a:xfrm>
        </p:spPr>
        <p:txBody>
          <a:bodyPr>
            <a:noAutofit/>
          </a:bodyPr>
          <a:lstStyle/>
          <a:p>
            <a:r>
              <a:rPr lang="en-GB" sz="2400" b="1" dirty="0">
                <a:solidFill>
                  <a:srgbClr val="D24369"/>
                </a:solidFill>
                <a:latin typeface="Arial"/>
                <a:cs typeface="Arial"/>
              </a:rPr>
              <a:t>Approach 1 — Five-Point Focus Calibration</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AA3F85D3-6B44-F117-13BB-EA84548361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pic>
        <p:nvPicPr>
          <p:cNvPr id="12" name="Imagen 11">
            <a:extLst>
              <a:ext uri="{FF2B5EF4-FFF2-40B4-BE49-F238E27FC236}">
                <a16:creationId xmlns:a16="http://schemas.microsoft.com/office/drawing/2014/main" id="{F6ABC902-2333-C89A-6488-0C4AF9B0A333}"/>
              </a:ext>
            </a:extLst>
          </p:cNvPr>
          <p:cNvPicPr>
            <a:picLocks noChangeAspect="1"/>
          </p:cNvPicPr>
          <p:nvPr/>
        </p:nvPicPr>
        <p:blipFill>
          <a:blip r:embed="rId4"/>
          <a:stretch>
            <a:fillRect/>
          </a:stretch>
        </p:blipFill>
        <p:spPr>
          <a:xfrm>
            <a:off x="2295084" y="2599370"/>
            <a:ext cx="7601831" cy="3838610"/>
          </a:xfrm>
          <a:prstGeom prst="rect">
            <a:avLst/>
          </a:prstGeom>
        </p:spPr>
      </p:pic>
      <p:sp>
        <p:nvSpPr>
          <p:cNvPr id="14" name="CuadroTexto 13">
            <a:extLst>
              <a:ext uri="{FF2B5EF4-FFF2-40B4-BE49-F238E27FC236}">
                <a16:creationId xmlns:a16="http://schemas.microsoft.com/office/drawing/2014/main" id="{CDE804DA-DD41-6178-5906-1D10C281E7F7}"/>
              </a:ext>
            </a:extLst>
          </p:cNvPr>
          <p:cNvSpPr txBox="1"/>
          <p:nvPr/>
        </p:nvSpPr>
        <p:spPr>
          <a:xfrm>
            <a:off x="923091" y="1286158"/>
            <a:ext cx="10586738" cy="646331"/>
          </a:xfrm>
          <a:prstGeom prst="rect">
            <a:avLst/>
          </a:prstGeom>
          <a:noFill/>
        </p:spPr>
        <p:txBody>
          <a:bodyPr wrap="square">
            <a:spAutoFit/>
          </a:bodyPr>
          <a:lstStyle/>
          <a:p>
            <a:r>
              <a:rPr lang="en-GB" dirty="0"/>
              <a:t>Because the autofocus surface is approximately planar, we next test whether five autofocus measurements are sufficient to estimate a batch-specific focus plane.</a:t>
            </a:r>
          </a:p>
        </p:txBody>
      </p:sp>
    </p:spTree>
    <p:extLst>
      <p:ext uri="{BB962C8B-B14F-4D97-AF65-F5344CB8AC3E}">
        <p14:creationId xmlns:p14="http://schemas.microsoft.com/office/powerpoint/2010/main" val="2414639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5A9A7-9125-0FB1-A45B-AEEE5FA35FE0}"/>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AEA481D4-95D0-D84D-565C-99CDF124E074}"/>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EAA8945A-8E8E-C456-1652-F1DD0597D478}"/>
              </a:ext>
            </a:extLst>
          </p:cNvPr>
          <p:cNvSpPr>
            <a:spLocks noGrp="1"/>
          </p:cNvSpPr>
          <p:nvPr>
            <p:ph type="title"/>
          </p:nvPr>
        </p:nvSpPr>
        <p:spPr>
          <a:xfrm>
            <a:off x="504547" y="376477"/>
            <a:ext cx="9208008" cy="462430"/>
          </a:xfrm>
        </p:spPr>
        <p:txBody>
          <a:bodyPr>
            <a:noAutofit/>
          </a:bodyPr>
          <a:lstStyle/>
          <a:p>
            <a:r>
              <a:rPr lang="en-GB" sz="2400" b="1" dirty="0">
                <a:solidFill>
                  <a:srgbClr val="D24369"/>
                </a:solidFill>
                <a:latin typeface="Arial"/>
                <a:cs typeface="Arial"/>
              </a:rPr>
              <a:t>Approach 1 — Five-Point Focus Calibration</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1B96EBDE-037C-8B28-C8A9-C2ED7E067F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graphicFrame>
        <p:nvGraphicFramePr>
          <p:cNvPr id="2" name="Tabla 1">
            <a:extLst>
              <a:ext uri="{FF2B5EF4-FFF2-40B4-BE49-F238E27FC236}">
                <a16:creationId xmlns:a16="http://schemas.microsoft.com/office/drawing/2014/main" id="{7909C6D6-DDAD-75C5-F8D9-770882C3D6E7}"/>
              </a:ext>
            </a:extLst>
          </p:cNvPr>
          <p:cNvGraphicFramePr>
            <a:graphicFrameLocks noGrp="1"/>
          </p:cNvGraphicFramePr>
          <p:nvPr>
            <p:extLst>
              <p:ext uri="{D42A27DB-BD31-4B8C-83A1-F6EECF244321}">
                <p14:modId xmlns:p14="http://schemas.microsoft.com/office/powerpoint/2010/main" val="4277393597"/>
              </p:ext>
            </p:extLst>
          </p:nvPr>
        </p:nvGraphicFramePr>
        <p:xfrm>
          <a:off x="1449427" y="1706800"/>
          <a:ext cx="9464040" cy="662940"/>
        </p:xfrm>
        <a:graphic>
          <a:graphicData uri="http://schemas.openxmlformats.org/drawingml/2006/table">
            <a:tbl>
              <a:tblPr/>
              <a:tblGrid>
                <a:gridCol w="1051560">
                  <a:extLst>
                    <a:ext uri="{9D8B030D-6E8A-4147-A177-3AD203B41FA5}">
                      <a16:colId xmlns:a16="http://schemas.microsoft.com/office/drawing/2014/main" val="943511964"/>
                    </a:ext>
                  </a:extLst>
                </a:gridCol>
                <a:gridCol w="1051560">
                  <a:extLst>
                    <a:ext uri="{9D8B030D-6E8A-4147-A177-3AD203B41FA5}">
                      <a16:colId xmlns:a16="http://schemas.microsoft.com/office/drawing/2014/main" val="2253549389"/>
                    </a:ext>
                  </a:extLst>
                </a:gridCol>
                <a:gridCol w="1051560">
                  <a:extLst>
                    <a:ext uri="{9D8B030D-6E8A-4147-A177-3AD203B41FA5}">
                      <a16:colId xmlns:a16="http://schemas.microsoft.com/office/drawing/2014/main" val="3837463283"/>
                    </a:ext>
                  </a:extLst>
                </a:gridCol>
                <a:gridCol w="1051560">
                  <a:extLst>
                    <a:ext uri="{9D8B030D-6E8A-4147-A177-3AD203B41FA5}">
                      <a16:colId xmlns:a16="http://schemas.microsoft.com/office/drawing/2014/main" val="1982832314"/>
                    </a:ext>
                  </a:extLst>
                </a:gridCol>
                <a:gridCol w="1051560">
                  <a:extLst>
                    <a:ext uri="{9D8B030D-6E8A-4147-A177-3AD203B41FA5}">
                      <a16:colId xmlns:a16="http://schemas.microsoft.com/office/drawing/2014/main" val="4049006384"/>
                    </a:ext>
                  </a:extLst>
                </a:gridCol>
                <a:gridCol w="1051560">
                  <a:extLst>
                    <a:ext uri="{9D8B030D-6E8A-4147-A177-3AD203B41FA5}">
                      <a16:colId xmlns:a16="http://schemas.microsoft.com/office/drawing/2014/main" val="569804193"/>
                    </a:ext>
                  </a:extLst>
                </a:gridCol>
                <a:gridCol w="1051560">
                  <a:extLst>
                    <a:ext uri="{9D8B030D-6E8A-4147-A177-3AD203B41FA5}">
                      <a16:colId xmlns:a16="http://schemas.microsoft.com/office/drawing/2014/main" val="2211864303"/>
                    </a:ext>
                  </a:extLst>
                </a:gridCol>
                <a:gridCol w="1051560">
                  <a:extLst>
                    <a:ext uri="{9D8B030D-6E8A-4147-A177-3AD203B41FA5}">
                      <a16:colId xmlns:a16="http://schemas.microsoft.com/office/drawing/2014/main" val="194159643"/>
                    </a:ext>
                  </a:extLst>
                </a:gridCol>
                <a:gridCol w="1051560">
                  <a:extLst>
                    <a:ext uri="{9D8B030D-6E8A-4147-A177-3AD203B41FA5}">
                      <a16:colId xmlns:a16="http://schemas.microsoft.com/office/drawing/2014/main" val="3944486295"/>
                    </a:ext>
                  </a:extLst>
                </a:gridCol>
              </a:tblGrid>
              <a:tr h="0">
                <a:tc>
                  <a:txBody>
                    <a:bodyPr/>
                    <a:lstStyle/>
                    <a:p>
                      <a:pPr algn="ctr">
                        <a:buNone/>
                      </a:pPr>
                      <a:br>
                        <a:rPr lang="en-GB" sz="1050" b="1" i="0" dirty="0">
                          <a:solidFill>
                            <a:schemeClr val="tx1"/>
                          </a:solidFill>
                          <a:effectLst/>
                          <a:latin typeface="Google Sans Text"/>
                        </a:rPr>
                      </a:br>
                      <a:r>
                        <a:rPr lang="en-GB" sz="1050" b="1" i="0" dirty="0">
                          <a:solidFill>
                            <a:schemeClr val="tx1"/>
                          </a:solidFill>
                          <a:effectLst/>
                          <a:latin typeface="Google Sans Text"/>
                        </a:rPr>
                        <a:t>collection</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1050" b="1" i="0" dirty="0" err="1">
                          <a:solidFill>
                            <a:schemeClr val="tx1"/>
                          </a:solidFill>
                          <a:effectLst/>
                          <a:latin typeface="Google Sans Text"/>
                        </a:rPr>
                        <a:t>batch_id</a:t>
                      </a:r>
                      <a:endParaRPr lang="en-GB" sz="1050" b="1" i="0" dirty="0">
                        <a:solidFill>
                          <a:schemeClr val="tx1"/>
                        </a:solidFill>
                        <a:effectLst/>
                        <a:latin typeface="Google Sans Text"/>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1050" b="1" i="0" dirty="0" err="1">
                          <a:solidFill>
                            <a:schemeClr val="tx1"/>
                          </a:solidFill>
                          <a:effectLst/>
                          <a:latin typeface="Google Sans Text"/>
                        </a:rPr>
                        <a:t>n_images</a:t>
                      </a:r>
                      <a:endParaRPr lang="en-GB" sz="1050" b="1" i="0" dirty="0">
                        <a:solidFill>
                          <a:schemeClr val="tx1"/>
                        </a:solidFill>
                        <a:effectLst/>
                        <a:latin typeface="Google Sans Text"/>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1050" b="1" i="0" dirty="0" err="1">
                          <a:solidFill>
                            <a:schemeClr val="tx1"/>
                          </a:solidFill>
                          <a:effectLst/>
                          <a:latin typeface="Google Sans Text"/>
                        </a:rPr>
                        <a:t>unique_x</a:t>
                      </a:r>
                      <a:endParaRPr lang="en-GB" sz="1050" b="1" i="0" dirty="0">
                        <a:solidFill>
                          <a:schemeClr val="tx1"/>
                        </a:solidFill>
                        <a:effectLst/>
                        <a:latin typeface="Google Sans Text"/>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1050" b="1" i="0" dirty="0" err="1">
                          <a:solidFill>
                            <a:schemeClr val="tx1"/>
                          </a:solidFill>
                          <a:effectLst/>
                          <a:latin typeface="Google Sans Text"/>
                        </a:rPr>
                        <a:t>unique_y</a:t>
                      </a:r>
                      <a:endParaRPr lang="en-GB" sz="1050" b="1" i="0" dirty="0">
                        <a:solidFill>
                          <a:schemeClr val="tx1"/>
                        </a:solidFill>
                        <a:effectLst/>
                        <a:latin typeface="Google Sans Text"/>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1050" b="1" i="0" dirty="0" err="1">
                          <a:solidFill>
                            <a:schemeClr val="tx1"/>
                          </a:solidFill>
                          <a:effectLst/>
                          <a:latin typeface="Google Sans Text"/>
                        </a:rPr>
                        <a:t>xmin</a:t>
                      </a:r>
                      <a:endParaRPr lang="en-GB" sz="1050" b="1" i="0" dirty="0">
                        <a:solidFill>
                          <a:schemeClr val="tx1"/>
                        </a:solidFill>
                        <a:effectLst/>
                        <a:latin typeface="Google Sans Text"/>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1050" b="1" i="0" dirty="0" err="1">
                          <a:solidFill>
                            <a:schemeClr val="tx1"/>
                          </a:solidFill>
                          <a:effectLst/>
                          <a:latin typeface="Google Sans Text"/>
                        </a:rPr>
                        <a:t>xmax</a:t>
                      </a:r>
                      <a:endParaRPr lang="en-GB" sz="1050" b="1" i="0" dirty="0">
                        <a:solidFill>
                          <a:schemeClr val="tx1"/>
                        </a:solidFill>
                        <a:effectLst/>
                        <a:latin typeface="Google Sans Text"/>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1050" b="1" i="0" dirty="0" err="1">
                          <a:solidFill>
                            <a:schemeClr val="tx1"/>
                          </a:solidFill>
                          <a:effectLst/>
                          <a:latin typeface="Google Sans Text"/>
                        </a:rPr>
                        <a:t>ymin</a:t>
                      </a:r>
                      <a:endParaRPr lang="en-GB" sz="1050" b="1" i="0" dirty="0">
                        <a:solidFill>
                          <a:schemeClr val="tx1"/>
                        </a:solidFill>
                        <a:effectLst/>
                        <a:latin typeface="Google Sans Text"/>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buNone/>
                      </a:pPr>
                      <a:r>
                        <a:rPr lang="en-GB" sz="1050" b="1" i="0" kern="1200" dirty="0" err="1">
                          <a:solidFill>
                            <a:schemeClr val="tx1"/>
                          </a:solidFill>
                          <a:effectLst/>
                          <a:latin typeface="Google Sans Text"/>
                          <a:ea typeface="+mn-ea"/>
                          <a:cs typeface="+mn-cs"/>
                        </a:rPr>
                        <a:t>ymax</a:t>
                      </a:r>
                      <a:endParaRPr lang="en-GB" sz="1050" b="1" i="0" kern="1200" dirty="0">
                        <a:solidFill>
                          <a:schemeClr val="tx1"/>
                        </a:solidFill>
                        <a:effectLst/>
                        <a:latin typeface="Google Sans Text"/>
                        <a:ea typeface="+mn-ea"/>
                        <a:cs typeface="+mn-cs"/>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43586311"/>
                  </a:ext>
                </a:extLst>
              </a:tr>
              <a:tr h="0">
                <a:tc>
                  <a:txBody>
                    <a:bodyPr/>
                    <a:lstStyle/>
                    <a:p>
                      <a:pPr algn="ctr">
                        <a:buNone/>
                      </a:pPr>
                      <a:r>
                        <a:rPr lang="en-GB" sz="1050" b="0" i="0" dirty="0">
                          <a:solidFill>
                            <a:schemeClr val="tx1"/>
                          </a:solidFill>
                          <a:effectLst/>
                          <a:latin typeface="Google Sans Tex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1050" b="0" i="0" dirty="0">
                          <a:solidFill>
                            <a:schemeClr val="tx1"/>
                          </a:solidFill>
                          <a:effectLst/>
                          <a:latin typeface="Google Sans Text"/>
                        </a:rPr>
                        <a:t>11493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1050" b="0" i="0" dirty="0">
                          <a:solidFill>
                            <a:schemeClr val="tx1"/>
                          </a:solidFill>
                          <a:effectLst/>
                          <a:latin typeface="Google Sans Tex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1050" b="0" i="0" dirty="0">
                          <a:solidFill>
                            <a:schemeClr val="tx1"/>
                          </a:solidFill>
                          <a:effectLst/>
                          <a:latin typeface="Google Sans Tex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1050" b="0" i="0" dirty="0">
                          <a:solidFill>
                            <a:schemeClr val="tx1"/>
                          </a:solidFill>
                          <a:effectLst/>
                          <a:latin typeface="Google Sans Tex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1050" b="0" i="0" dirty="0">
                          <a:solidFill>
                            <a:schemeClr val="tx1"/>
                          </a:solidFill>
                          <a:effectLst/>
                          <a:latin typeface="Google Sans Text"/>
                        </a:rPr>
                        <a:t>30000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1050" b="0" i="0" dirty="0">
                          <a:solidFill>
                            <a:schemeClr val="tx1"/>
                          </a:solidFill>
                          <a:effectLst/>
                          <a:latin typeface="Google Sans Text"/>
                        </a:rPr>
                        <a:t>34499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1050" b="0" i="0" dirty="0">
                          <a:solidFill>
                            <a:schemeClr val="tx1"/>
                          </a:solidFill>
                          <a:effectLst/>
                          <a:latin typeface="Google Sans Text"/>
                        </a:rPr>
                        <a:t>16000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GB" sz="1050" b="0" i="0" dirty="0">
                          <a:solidFill>
                            <a:schemeClr val="tx1"/>
                          </a:solidFill>
                          <a:effectLst/>
                          <a:latin typeface="Google Sans Text"/>
                        </a:rPr>
                        <a:t>16000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19392092"/>
                  </a:ext>
                </a:extLst>
              </a:tr>
            </a:tbl>
          </a:graphicData>
        </a:graphic>
      </p:graphicFrame>
      <p:pic>
        <p:nvPicPr>
          <p:cNvPr id="6" name="Imagen 5">
            <a:extLst>
              <a:ext uri="{FF2B5EF4-FFF2-40B4-BE49-F238E27FC236}">
                <a16:creationId xmlns:a16="http://schemas.microsoft.com/office/drawing/2014/main" id="{EAD50276-12C3-6C3F-23B6-0975BD4A8B0A}"/>
              </a:ext>
            </a:extLst>
          </p:cNvPr>
          <p:cNvPicPr>
            <a:picLocks noChangeAspect="1"/>
          </p:cNvPicPr>
          <p:nvPr/>
        </p:nvPicPr>
        <p:blipFill>
          <a:blip r:embed="rId4"/>
          <a:stretch>
            <a:fillRect/>
          </a:stretch>
        </p:blipFill>
        <p:spPr>
          <a:xfrm>
            <a:off x="2346367" y="2937102"/>
            <a:ext cx="7670160" cy="3236542"/>
          </a:xfrm>
          <a:prstGeom prst="rect">
            <a:avLst/>
          </a:prstGeom>
        </p:spPr>
      </p:pic>
    </p:spTree>
    <p:extLst>
      <p:ext uri="{BB962C8B-B14F-4D97-AF65-F5344CB8AC3E}">
        <p14:creationId xmlns:p14="http://schemas.microsoft.com/office/powerpoint/2010/main" val="1528474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8597D-7F39-EFCD-11BD-3B882ACF385A}"/>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2E82A3D9-2D00-01DD-3A26-9289052C5243}"/>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9C96C35D-2046-3B1D-AE0E-D591A9FED405}"/>
              </a:ext>
            </a:extLst>
          </p:cNvPr>
          <p:cNvSpPr>
            <a:spLocks noGrp="1"/>
          </p:cNvSpPr>
          <p:nvPr>
            <p:ph type="title"/>
          </p:nvPr>
        </p:nvSpPr>
        <p:spPr>
          <a:xfrm>
            <a:off x="504547" y="376477"/>
            <a:ext cx="9208008" cy="462430"/>
          </a:xfrm>
        </p:spPr>
        <p:txBody>
          <a:bodyPr>
            <a:noAutofit/>
          </a:bodyPr>
          <a:lstStyle/>
          <a:p>
            <a:r>
              <a:rPr lang="en-GB" sz="2400" b="1" dirty="0">
                <a:solidFill>
                  <a:srgbClr val="D24369"/>
                </a:solidFill>
                <a:latin typeface="Arial"/>
                <a:cs typeface="Arial"/>
              </a:rPr>
              <a:t>Focus-plane parameters vary across batches</a:t>
            </a:r>
          </a:p>
        </p:txBody>
      </p:sp>
      <p:pic>
        <p:nvPicPr>
          <p:cNvPr id="5" name="Picture 4" descr="A black and pink logo&#10;&#10;Description automatically generated">
            <a:extLst>
              <a:ext uri="{FF2B5EF4-FFF2-40B4-BE49-F238E27FC236}">
                <a16:creationId xmlns:a16="http://schemas.microsoft.com/office/drawing/2014/main" id="{DE43DBEE-E04B-F49F-0A84-28014A854C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pic>
        <p:nvPicPr>
          <p:cNvPr id="2" name="Imagen 1">
            <a:extLst>
              <a:ext uri="{FF2B5EF4-FFF2-40B4-BE49-F238E27FC236}">
                <a16:creationId xmlns:a16="http://schemas.microsoft.com/office/drawing/2014/main" id="{833D4EA8-B3B1-9F55-0C3D-3815CAFCC657}"/>
              </a:ext>
            </a:extLst>
          </p:cNvPr>
          <p:cNvPicPr>
            <a:picLocks noChangeAspect="1"/>
          </p:cNvPicPr>
          <p:nvPr/>
        </p:nvPicPr>
        <p:blipFill>
          <a:blip r:embed="rId4"/>
          <a:stretch>
            <a:fillRect/>
          </a:stretch>
        </p:blipFill>
        <p:spPr>
          <a:xfrm>
            <a:off x="415091" y="1394265"/>
            <a:ext cx="5431604" cy="4931325"/>
          </a:xfrm>
          <a:prstGeom prst="rect">
            <a:avLst/>
          </a:prstGeom>
        </p:spPr>
      </p:pic>
      <p:pic>
        <p:nvPicPr>
          <p:cNvPr id="3" name="Imagen 2">
            <a:extLst>
              <a:ext uri="{FF2B5EF4-FFF2-40B4-BE49-F238E27FC236}">
                <a16:creationId xmlns:a16="http://schemas.microsoft.com/office/drawing/2014/main" id="{14B3DF9C-7B97-5F96-E099-64205B1C9FF2}"/>
              </a:ext>
            </a:extLst>
          </p:cNvPr>
          <p:cNvPicPr>
            <a:picLocks noChangeAspect="1"/>
          </p:cNvPicPr>
          <p:nvPr/>
        </p:nvPicPr>
        <p:blipFill>
          <a:blip r:embed="rId5"/>
          <a:stretch>
            <a:fillRect/>
          </a:stretch>
        </p:blipFill>
        <p:spPr>
          <a:xfrm>
            <a:off x="6102559" y="2352194"/>
            <a:ext cx="5842749" cy="3220413"/>
          </a:xfrm>
          <a:prstGeom prst="rect">
            <a:avLst/>
          </a:prstGeom>
        </p:spPr>
      </p:pic>
    </p:spTree>
    <p:extLst>
      <p:ext uri="{BB962C8B-B14F-4D97-AF65-F5344CB8AC3E}">
        <p14:creationId xmlns:p14="http://schemas.microsoft.com/office/powerpoint/2010/main" val="1274002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86DC-3835-6E96-AD3E-214A66AA840E}"/>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1CA79D85-0C9B-3FCF-6582-490D96A2D776}"/>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8C966EDA-7A28-9F81-2273-E41D8DD04E34}"/>
              </a:ext>
            </a:extLst>
          </p:cNvPr>
          <p:cNvSpPr>
            <a:spLocks noGrp="1"/>
          </p:cNvSpPr>
          <p:nvPr>
            <p:ph type="title"/>
          </p:nvPr>
        </p:nvSpPr>
        <p:spPr>
          <a:xfrm>
            <a:off x="504547" y="376477"/>
            <a:ext cx="9208008" cy="462430"/>
          </a:xfrm>
        </p:spPr>
        <p:txBody>
          <a:bodyPr>
            <a:noAutofit/>
          </a:bodyPr>
          <a:lstStyle/>
          <a:p>
            <a:r>
              <a:rPr lang="en-GB" sz="2400" b="1" dirty="0">
                <a:solidFill>
                  <a:srgbClr val="D24369"/>
                </a:solidFill>
                <a:latin typeface="Arial"/>
                <a:cs typeface="Arial"/>
              </a:rPr>
              <a:t>Approach 1 — Five-Point Focus Calibration</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5BBCC67C-6C88-CF81-F7FF-0CB2BDE137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pic>
        <p:nvPicPr>
          <p:cNvPr id="4" name="Imagen 3">
            <a:extLst>
              <a:ext uri="{FF2B5EF4-FFF2-40B4-BE49-F238E27FC236}">
                <a16:creationId xmlns:a16="http://schemas.microsoft.com/office/drawing/2014/main" id="{9BA645F5-CF06-A6D6-D109-B9920B9C2AB4}"/>
              </a:ext>
            </a:extLst>
          </p:cNvPr>
          <p:cNvPicPr>
            <a:picLocks noChangeAspect="1"/>
          </p:cNvPicPr>
          <p:nvPr/>
        </p:nvPicPr>
        <p:blipFill>
          <a:blip r:embed="rId4">
            <a:extLst>
              <a:ext uri="{28A0092B-C50C-407E-A947-70E740481C1C}">
                <a14:useLocalDpi xmlns:a14="http://schemas.microsoft.com/office/drawing/2010/main" val="0"/>
              </a:ext>
            </a:extLst>
          </a:blip>
          <a:srcRect t="12757" b="23750"/>
          <a:stretch>
            <a:fillRect/>
          </a:stretch>
        </p:blipFill>
        <p:spPr>
          <a:xfrm>
            <a:off x="415091" y="1725837"/>
            <a:ext cx="11265095" cy="4023292"/>
          </a:xfrm>
          <a:prstGeom prst="rect">
            <a:avLst/>
          </a:prstGeom>
        </p:spPr>
      </p:pic>
    </p:spTree>
    <p:extLst>
      <p:ext uri="{BB962C8B-B14F-4D97-AF65-F5344CB8AC3E}">
        <p14:creationId xmlns:p14="http://schemas.microsoft.com/office/powerpoint/2010/main" val="4144667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ADCA2-56A3-13FD-682E-BEEE2835077E}"/>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4BA4161F-A45D-2391-C52B-B9290BD3A56F}"/>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D9A69E7D-80CC-129F-E474-4D4A89BF4130}"/>
              </a:ext>
            </a:extLst>
          </p:cNvPr>
          <p:cNvSpPr>
            <a:spLocks noGrp="1"/>
          </p:cNvSpPr>
          <p:nvPr>
            <p:ph type="title"/>
          </p:nvPr>
        </p:nvSpPr>
        <p:spPr>
          <a:xfrm>
            <a:off x="504547" y="376477"/>
            <a:ext cx="9208008" cy="462430"/>
          </a:xfrm>
        </p:spPr>
        <p:txBody>
          <a:bodyPr>
            <a:noAutofit/>
          </a:bodyPr>
          <a:lstStyle/>
          <a:p>
            <a:r>
              <a:rPr lang="en-GB" sz="2400" b="1" dirty="0">
                <a:solidFill>
                  <a:srgbClr val="D24369"/>
                </a:solidFill>
                <a:latin typeface="Arial"/>
                <a:cs typeface="Arial"/>
              </a:rPr>
              <a:t>Approach 1 — Five-Point Focus Calibration</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19CC1F0E-E5AB-3324-E04B-015E0D4950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graphicFrame>
        <p:nvGraphicFramePr>
          <p:cNvPr id="2" name="Tabla 1">
            <a:extLst>
              <a:ext uri="{FF2B5EF4-FFF2-40B4-BE49-F238E27FC236}">
                <a16:creationId xmlns:a16="http://schemas.microsoft.com/office/drawing/2014/main" id="{9AABF242-9AE6-1776-8F39-6D6A4DE3BB8F}"/>
              </a:ext>
            </a:extLst>
          </p:cNvPr>
          <p:cNvGraphicFramePr>
            <a:graphicFrameLocks noGrp="1"/>
          </p:cNvGraphicFramePr>
          <p:nvPr>
            <p:extLst>
              <p:ext uri="{D42A27DB-BD31-4B8C-83A1-F6EECF244321}">
                <p14:modId xmlns:p14="http://schemas.microsoft.com/office/powerpoint/2010/main" val="2299737290"/>
              </p:ext>
            </p:extLst>
          </p:nvPr>
        </p:nvGraphicFramePr>
        <p:xfrm>
          <a:off x="838200" y="2904014"/>
          <a:ext cx="10515600" cy="2194560"/>
        </p:xfrm>
        <a:graphic>
          <a:graphicData uri="http://schemas.openxmlformats.org/drawingml/2006/table">
            <a:tbl>
              <a:tblPr/>
              <a:tblGrid>
                <a:gridCol w="3505200">
                  <a:extLst>
                    <a:ext uri="{9D8B030D-6E8A-4147-A177-3AD203B41FA5}">
                      <a16:colId xmlns:a16="http://schemas.microsoft.com/office/drawing/2014/main" val="3983859733"/>
                    </a:ext>
                  </a:extLst>
                </a:gridCol>
                <a:gridCol w="3505200">
                  <a:extLst>
                    <a:ext uri="{9D8B030D-6E8A-4147-A177-3AD203B41FA5}">
                      <a16:colId xmlns:a16="http://schemas.microsoft.com/office/drawing/2014/main" val="154651609"/>
                    </a:ext>
                  </a:extLst>
                </a:gridCol>
                <a:gridCol w="3505200">
                  <a:extLst>
                    <a:ext uri="{9D8B030D-6E8A-4147-A177-3AD203B41FA5}">
                      <a16:colId xmlns:a16="http://schemas.microsoft.com/office/drawing/2014/main" val="3762229032"/>
                    </a:ext>
                  </a:extLst>
                </a:gridCol>
              </a:tblGrid>
              <a:tr h="0">
                <a:tc>
                  <a:txBody>
                    <a:bodyPr/>
                    <a:lstStyle/>
                    <a:p>
                      <a:pPr>
                        <a:buNone/>
                      </a:pPr>
                      <a:r>
                        <a:rPr lang="en-GB" b="1" dirty="0"/>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Median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Mean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2643905"/>
                  </a:ext>
                </a:extLst>
              </a:tr>
              <a:tr h="0">
                <a:tc>
                  <a:txBody>
                    <a:bodyPr/>
                    <a:lstStyle/>
                    <a:p>
                      <a:pPr>
                        <a:buNone/>
                      </a:pPr>
                      <a:r>
                        <a:rPr lang="en-GB"/>
                        <a:t>MAE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1.56 z</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1.78 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8463927"/>
                  </a:ext>
                </a:extLst>
              </a:tr>
              <a:tr h="0">
                <a:tc>
                  <a:txBody>
                    <a:bodyPr/>
                    <a:lstStyle/>
                    <a:p>
                      <a:pPr>
                        <a:buNone/>
                      </a:pPr>
                      <a:r>
                        <a:rPr lang="en-GB"/>
                        <a:t>RMSE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1.98 z</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2.18 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3773993"/>
                  </a:ext>
                </a:extLst>
              </a:tr>
              <a:tr h="0">
                <a:tc>
                  <a:txBody>
                    <a:bodyPr/>
                    <a:lstStyle/>
                    <a:p>
                      <a:pPr>
                        <a:buNone/>
                      </a:pPr>
                      <a:r>
                        <a:rPr lang="en-GB" b="1" dirty="0">
                          <a:highlight>
                            <a:srgbClr val="FFFF00"/>
                          </a:highlight>
                        </a:rPr>
                        <a:t>P95 absolute error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highlight>
                            <a:srgbClr val="FFFF00"/>
                          </a:highlight>
                        </a:rPr>
                        <a:t>3.83 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highlight>
                            <a:srgbClr val="FFFF00"/>
                          </a:highlight>
                        </a:rPr>
                        <a:t>4.11 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643988"/>
                  </a:ext>
                </a:extLst>
              </a:tr>
              <a:tr h="0">
                <a:tc>
                  <a:txBody>
                    <a:bodyPr/>
                    <a:lstStyle/>
                    <a:p>
                      <a:pPr>
                        <a:buNone/>
                      </a:pPr>
                      <a:r>
                        <a:rPr lang="en-GB"/>
                        <a:t>Maximum error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5.05 z</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5.63 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3314874"/>
                  </a:ext>
                </a:extLst>
              </a:tr>
              <a:tr h="0">
                <a:tc>
                  <a:txBody>
                    <a:bodyPr/>
                    <a:lstStyle/>
                    <a:p>
                      <a:pPr>
                        <a:buNone/>
                      </a:pPr>
                      <a:r>
                        <a:rPr lang="en-GB"/>
                        <a:t>R²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0.887</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0.780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5479291"/>
                  </a:ext>
                </a:extLst>
              </a:tr>
            </a:tbl>
          </a:graphicData>
        </a:graphic>
      </p:graphicFrame>
      <p:sp>
        <p:nvSpPr>
          <p:cNvPr id="6" name="CuadroTexto 5">
            <a:extLst>
              <a:ext uri="{FF2B5EF4-FFF2-40B4-BE49-F238E27FC236}">
                <a16:creationId xmlns:a16="http://schemas.microsoft.com/office/drawing/2014/main" id="{0DC6F680-7E26-2BC0-2909-52F676FD2906}"/>
              </a:ext>
            </a:extLst>
          </p:cNvPr>
          <p:cNvSpPr txBox="1"/>
          <p:nvPr/>
        </p:nvSpPr>
        <p:spPr>
          <a:xfrm>
            <a:off x="738983" y="2170760"/>
            <a:ext cx="9298819" cy="646331"/>
          </a:xfrm>
          <a:prstGeom prst="rect">
            <a:avLst/>
          </a:prstGeom>
          <a:noFill/>
        </p:spPr>
        <p:txBody>
          <a:bodyPr wrap="square">
            <a:spAutoFit/>
          </a:bodyPr>
          <a:lstStyle/>
          <a:p>
            <a:pPr>
              <a:buNone/>
            </a:pPr>
            <a:endParaRPr lang="en-GB" b="1" dirty="0"/>
          </a:p>
          <a:p>
            <a:pPr>
              <a:buNone/>
            </a:pPr>
            <a:r>
              <a:rPr lang="en-GB" b="1" dirty="0"/>
              <a:t>Five-Point Plane Prediction — 119 Valid Batches</a:t>
            </a:r>
            <a:endParaRPr lang="en-GB" dirty="0"/>
          </a:p>
        </p:txBody>
      </p:sp>
      <p:sp>
        <p:nvSpPr>
          <p:cNvPr id="8" name="CuadroTexto 7">
            <a:extLst>
              <a:ext uri="{FF2B5EF4-FFF2-40B4-BE49-F238E27FC236}">
                <a16:creationId xmlns:a16="http://schemas.microsoft.com/office/drawing/2014/main" id="{E402B1F2-5055-B8D4-1EFD-D4FE09CC445E}"/>
              </a:ext>
            </a:extLst>
          </p:cNvPr>
          <p:cNvSpPr txBox="1"/>
          <p:nvPr/>
        </p:nvSpPr>
        <p:spPr>
          <a:xfrm>
            <a:off x="738983" y="5339211"/>
            <a:ext cx="10329334" cy="646331"/>
          </a:xfrm>
          <a:prstGeom prst="rect">
            <a:avLst/>
          </a:prstGeom>
          <a:noFill/>
        </p:spPr>
        <p:txBody>
          <a:bodyPr wrap="square">
            <a:spAutoFit/>
          </a:bodyPr>
          <a:lstStyle/>
          <a:p>
            <a:r>
              <a:rPr lang="en-GB" dirty="0"/>
              <a:t>A batch-specific plane fitted from only five autofocus measurements predicts the remaining positions with a median absolute error of 1.56 z-units.</a:t>
            </a:r>
          </a:p>
        </p:txBody>
      </p:sp>
    </p:spTree>
    <p:extLst>
      <p:ext uri="{BB962C8B-B14F-4D97-AF65-F5344CB8AC3E}">
        <p14:creationId xmlns:p14="http://schemas.microsoft.com/office/powerpoint/2010/main" val="755398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E40DA-7B59-2ACC-6DDE-C2EB478F7E52}"/>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D88E7CB6-2599-935A-1D69-B8E6FC55C63C}"/>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27FF2D51-9436-BEFC-DB92-13AE0C2E14A1}"/>
              </a:ext>
            </a:extLst>
          </p:cNvPr>
          <p:cNvSpPr>
            <a:spLocks noGrp="1"/>
          </p:cNvSpPr>
          <p:nvPr>
            <p:ph type="title"/>
          </p:nvPr>
        </p:nvSpPr>
        <p:spPr>
          <a:xfrm>
            <a:off x="504547" y="376477"/>
            <a:ext cx="9208008" cy="462430"/>
          </a:xfrm>
        </p:spPr>
        <p:txBody>
          <a:bodyPr>
            <a:noAutofit/>
          </a:bodyPr>
          <a:lstStyle/>
          <a:p>
            <a:r>
              <a:rPr lang="en-GB" sz="2400" b="1" dirty="0">
                <a:solidFill>
                  <a:srgbClr val="D24369"/>
                </a:solidFill>
                <a:latin typeface="Arial"/>
                <a:cs typeface="Arial"/>
              </a:rPr>
              <a:t>Approach 1 — Five-Point Focus Calibration</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7C4F8E78-2939-7F08-F3DF-D22A3E0A69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graphicFrame>
        <p:nvGraphicFramePr>
          <p:cNvPr id="3" name="Tabla 2">
            <a:extLst>
              <a:ext uri="{FF2B5EF4-FFF2-40B4-BE49-F238E27FC236}">
                <a16:creationId xmlns:a16="http://schemas.microsoft.com/office/drawing/2014/main" id="{FBEB5647-33AD-3A5E-64EF-9DAC6F7273F5}"/>
              </a:ext>
            </a:extLst>
          </p:cNvPr>
          <p:cNvGraphicFramePr>
            <a:graphicFrameLocks noGrp="1"/>
          </p:cNvGraphicFramePr>
          <p:nvPr>
            <p:extLst>
              <p:ext uri="{D42A27DB-BD31-4B8C-83A1-F6EECF244321}">
                <p14:modId xmlns:p14="http://schemas.microsoft.com/office/powerpoint/2010/main" val="4261953804"/>
              </p:ext>
            </p:extLst>
          </p:nvPr>
        </p:nvGraphicFramePr>
        <p:xfrm>
          <a:off x="838200" y="2538254"/>
          <a:ext cx="10515600" cy="2926080"/>
        </p:xfrm>
        <a:graphic>
          <a:graphicData uri="http://schemas.openxmlformats.org/drawingml/2006/table">
            <a:tbl>
              <a:tblPr/>
              <a:tblGrid>
                <a:gridCol w="5257800">
                  <a:extLst>
                    <a:ext uri="{9D8B030D-6E8A-4147-A177-3AD203B41FA5}">
                      <a16:colId xmlns:a16="http://schemas.microsoft.com/office/drawing/2014/main" val="979607709"/>
                    </a:ext>
                  </a:extLst>
                </a:gridCol>
                <a:gridCol w="5257800">
                  <a:extLst>
                    <a:ext uri="{9D8B030D-6E8A-4147-A177-3AD203B41FA5}">
                      <a16:colId xmlns:a16="http://schemas.microsoft.com/office/drawing/2014/main" val="2137513094"/>
                    </a:ext>
                  </a:extLst>
                </a:gridCol>
              </a:tblGrid>
              <a:tr h="0">
                <a:tc>
                  <a:txBody>
                    <a:bodyPr/>
                    <a:lstStyle/>
                    <a:p>
                      <a:pPr>
                        <a:buNone/>
                      </a:pPr>
                      <a:r>
                        <a:rPr lang="en-GB" b="1" dirty="0"/>
                        <a:t>Allowed error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Predictions within tolerance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2372521"/>
                  </a:ext>
                </a:extLst>
              </a:tr>
              <a:tr h="0">
                <a:tc>
                  <a:txBody>
                    <a:bodyPr/>
                    <a:lstStyle/>
                    <a:p>
                      <a:pPr>
                        <a:buNone/>
                      </a:pPr>
                      <a:r>
                        <a:rPr lang="en-GB"/>
                        <a:t>±1 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39.3%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2015830"/>
                  </a:ext>
                </a:extLst>
              </a:tr>
              <a:tr h="0">
                <a:tc>
                  <a:txBody>
                    <a:bodyPr/>
                    <a:lstStyle/>
                    <a:p>
                      <a:pPr>
                        <a:buNone/>
                      </a:pPr>
                      <a:r>
                        <a:rPr lang="en-GB"/>
                        <a:t>±2 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66.6%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7585272"/>
                  </a:ext>
                </a:extLst>
              </a:tr>
              <a:tr h="0">
                <a:tc>
                  <a:txBody>
                    <a:bodyPr/>
                    <a:lstStyle/>
                    <a:p>
                      <a:pPr>
                        <a:buNone/>
                      </a:pPr>
                      <a:r>
                        <a:rPr lang="en-GB">
                          <a:highlight>
                            <a:srgbClr val="FFFF00"/>
                          </a:highlight>
                        </a:rPr>
                        <a:t>±3 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highlight>
                            <a:srgbClr val="FFFF00"/>
                          </a:highlight>
                        </a:rPr>
                        <a:t>82.5%</a:t>
                      </a:r>
                      <a:endParaRPr lang="en-GB" dirty="0">
                        <a:highlight>
                          <a:srgbClr val="FFFF00"/>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1662499"/>
                  </a:ext>
                </a:extLst>
              </a:tr>
              <a:tr h="0">
                <a:tc>
                  <a:txBody>
                    <a:bodyPr/>
                    <a:lstStyle/>
                    <a:p>
                      <a:pPr>
                        <a:buNone/>
                      </a:pPr>
                      <a:r>
                        <a:rPr lang="en-GB"/>
                        <a:t>±4 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90.7%</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4383663"/>
                  </a:ext>
                </a:extLst>
              </a:tr>
              <a:tr h="0">
                <a:tc>
                  <a:txBody>
                    <a:bodyPr/>
                    <a:lstStyle/>
                    <a:p>
                      <a:pPr>
                        <a:buNone/>
                      </a:pPr>
                      <a:r>
                        <a:rPr lang="en-GB">
                          <a:highlight>
                            <a:srgbClr val="FFFF00"/>
                          </a:highlight>
                        </a:rPr>
                        <a:t>±5 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highlight>
                            <a:srgbClr val="FFFF00"/>
                          </a:highlight>
                        </a:rPr>
                        <a:t>95.4%</a:t>
                      </a:r>
                      <a:endParaRPr lang="en-GB" dirty="0">
                        <a:highlight>
                          <a:srgbClr val="FFFF00"/>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9521551"/>
                  </a:ext>
                </a:extLst>
              </a:tr>
              <a:tr h="0">
                <a:tc>
                  <a:txBody>
                    <a:bodyPr/>
                    <a:lstStyle/>
                    <a:p>
                      <a:pPr>
                        <a:buNone/>
                      </a:pPr>
                      <a:r>
                        <a:rPr lang="en-GB" dirty="0">
                          <a:highlight>
                            <a:srgbClr val="FFFF00"/>
                          </a:highlight>
                        </a:rPr>
                        <a:t>±6 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highlight>
                            <a:srgbClr val="FFFF00"/>
                          </a:highlight>
                        </a:rPr>
                        <a:t>97.5%</a:t>
                      </a:r>
                      <a:endParaRPr lang="en-GB" dirty="0">
                        <a:highlight>
                          <a:srgbClr val="FFFF00"/>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209340"/>
                  </a:ext>
                </a:extLst>
              </a:tr>
              <a:tr h="0">
                <a:tc>
                  <a:txBody>
                    <a:bodyPr/>
                    <a:lstStyle/>
                    <a:p>
                      <a:pPr>
                        <a:buNone/>
                      </a:pPr>
                      <a:r>
                        <a:rPr lang="en-GB"/>
                        <a:t>±10 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99.8%</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0091663"/>
                  </a:ext>
                </a:extLst>
              </a:tr>
            </a:tbl>
          </a:graphicData>
        </a:graphic>
      </p:graphicFrame>
      <p:sp>
        <p:nvSpPr>
          <p:cNvPr id="7" name="CuadroTexto 6">
            <a:extLst>
              <a:ext uri="{FF2B5EF4-FFF2-40B4-BE49-F238E27FC236}">
                <a16:creationId xmlns:a16="http://schemas.microsoft.com/office/drawing/2014/main" id="{839101B0-92AA-47ED-CFD8-771EB49B0C6B}"/>
              </a:ext>
            </a:extLst>
          </p:cNvPr>
          <p:cNvSpPr txBox="1"/>
          <p:nvPr/>
        </p:nvSpPr>
        <p:spPr>
          <a:xfrm>
            <a:off x="740228" y="2067891"/>
            <a:ext cx="6096000" cy="369332"/>
          </a:xfrm>
          <a:prstGeom prst="rect">
            <a:avLst/>
          </a:prstGeom>
          <a:noFill/>
        </p:spPr>
        <p:txBody>
          <a:bodyPr wrap="square">
            <a:spAutoFit/>
          </a:bodyPr>
          <a:lstStyle/>
          <a:p>
            <a:pPr>
              <a:buNone/>
            </a:pPr>
            <a:r>
              <a:rPr lang="en-GB" b="1" dirty="0"/>
              <a:t>Prediction Accuracy by Autofocus Tolerance</a:t>
            </a:r>
            <a:endParaRPr lang="en-GB" dirty="0"/>
          </a:p>
        </p:txBody>
      </p:sp>
      <p:sp>
        <p:nvSpPr>
          <p:cNvPr id="11" name="CuadroTexto 10">
            <a:extLst>
              <a:ext uri="{FF2B5EF4-FFF2-40B4-BE49-F238E27FC236}">
                <a16:creationId xmlns:a16="http://schemas.microsoft.com/office/drawing/2014/main" id="{D2887C00-CC39-3FA1-3192-DE4D43D8ED40}"/>
              </a:ext>
            </a:extLst>
          </p:cNvPr>
          <p:cNvSpPr txBox="1"/>
          <p:nvPr/>
        </p:nvSpPr>
        <p:spPr>
          <a:xfrm>
            <a:off x="725714" y="5666396"/>
            <a:ext cx="10628086" cy="369332"/>
          </a:xfrm>
          <a:prstGeom prst="rect">
            <a:avLst/>
          </a:prstGeom>
          <a:noFill/>
        </p:spPr>
        <p:txBody>
          <a:bodyPr wrap="square">
            <a:spAutoFit/>
          </a:bodyPr>
          <a:lstStyle/>
          <a:p>
            <a:r>
              <a:rPr lang="en-GB" b="1" dirty="0"/>
              <a:t>The practical relevance of ±5 z-units must be validated against image quality.</a:t>
            </a:r>
          </a:p>
        </p:txBody>
      </p:sp>
      <p:sp>
        <p:nvSpPr>
          <p:cNvPr id="15" name="CuadroTexto 14">
            <a:extLst>
              <a:ext uri="{FF2B5EF4-FFF2-40B4-BE49-F238E27FC236}">
                <a16:creationId xmlns:a16="http://schemas.microsoft.com/office/drawing/2014/main" id="{D2F59B2B-A720-BB4F-C1FB-5071A0C1783D}"/>
              </a:ext>
            </a:extLst>
          </p:cNvPr>
          <p:cNvSpPr txBox="1"/>
          <p:nvPr/>
        </p:nvSpPr>
        <p:spPr>
          <a:xfrm>
            <a:off x="740228" y="6112191"/>
            <a:ext cx="6096000" cy="369332"/>
          </a:xfrm>
          <a:prstGeom prst="rect">
            <a:avLst/>
          </a:prstGeom>
          <a:noFill/>
        </p:spPr>
        <p:txBody>
          <a:bodyPr wrap="square">
            <a:spAutoFit/>
          </a:bodyPr>
          <a:lstStyle/>
          <a:p>
            <a:r>
              <a:rPr lang="en-GB" dirty="0" err="1"/>
              <a:t>Z_real</a:t>
            </a:r>
            <a:r>
              <a:rPr lang="en-GB" dirty="0"/>
              <a:t>​=3600, </a:t>
            </a:r>
            <a:r>
              <a:rPr lang="en-GB" dirty="0" err="1"/>
              <a:t>Z_predicted</a:t>
            </a:r>
            <a:r>
              <a:rPr lang="en-GB" dirty="0"/>
              <a:t> = 3603, |3600 – 3603| = 3 z-units</a:t>
            </a:r>
          </a:p>
        </p:txBody>
      </p:sp>
      <p:sp>
        <p:nvSpPr>
          <p:cNvPr id="17" name="CuadroTexto 16">
            <a:extLst>
              <a:ext uri="{FF2B5EF4-FFF2-40B4-BE49-F238E27FC236}">
                <a16:creationId xmlns:a16="http://schemas.microsoft.com/office/drawing/2014/main" id="{B0C16577-2713-D4B0-BE3C-A00E976CC727}"/>
              </a:ext>
            </a:extLst>
          </p:cNvPr>
          <p:cNvSpPr txBox="1"/>
          <p:nvPr/>
        </p:nvSpPr>
        <p:spPr>
          <a:xfrm>
            <a:off x="7416800" y="6112191"/>
            <a:ext cx="1707848" cy="369332"/>
          </a:xfrm>
          <a:prstGeom prst="rect">
            <a:avLst/>
          </a:prstGeom>
          <a:noFill/>
          <a:ln>
            <a:solidFill>
              <a:schemeClr val="tx1"/>
            </a:solidFill>
          </a:ln>
        </p:spPr>
        <p:txBody>
          <a:bodyPr wrap="square">
            <a:spAutoFit/>
          </a:bodyPr>
          <a:lstStyle/>
          <a:p>
            <a:r>
              <a:rPr lang="en-GB" dirty="0"/>
              <a:t>1 z-unit = ? </a:t>
            </a:r>
            <a:r>
              <a:rPr lang="en-GB" dirty="0" err="1"/>
              <a:t>μm</a:t>
            </a:r>
            <a:endParaRPr lang="en-GB" dirty="0"/>
          </a:p>
        </p:txBody>
      </p:sp>
      <p:cxnSp>
        <p:nvCxnSpPr>
          <p:cNvPr id="19" name="Conector recto de flecha 18">
            <a:extLst>
              <a:ext uri="{FF2B5EF4-FFF2-40B4-BE49-F238E27FC236}">
                <a16:creationId xmlns:a16="http://schemas.microsoft.com/office/drawing/2014/main" id="{D66ADB45-5803-89F4-4ED6-547EA341A17D}"/>
              </a:ext>
            </a:extLst>
          </p:cNvPr>
          <p:cNvCxnSpPr/>
          <p:nvPr/>
        </p:nvCxnSpPr>
        <p:spPr>
          <a:xfrm>
            <a:off x="6642705" y="6296857"/>
            <a:ext cx="64346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886613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84FD4-9948-99B1-C0DE-4256486C7431}"/>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8DCECCB4-0FF1-B996-450F-5E2F0C3EB0EC}"/>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91551F92-8962-3AAC-7813-C2D2A9139619}"/>
              </a:ext>
            </a:extLst>
          </p:cNvPr>
          <p:cNvSpPr>
            <a:spLocks noGrp="1"/>
          </p:cNvSpPr>
          <p:nvPr>
            <p:ph type="title"/>
          </p:nvPr>
        </p:nvSpPr>
        <p:spPr>
          <a:xfrm>
            <a:off x="504547" y="376477"/>
            <a:ext cx="9208008" cy="462430"/>
          </a:xfrm>
        </p:spPr>
        <p:txBody>
          <a:bodyPr>
            <a:noAutofit/>
          </a:bodyPr>
          <a:lstStyle/>
          <a:p>
            <a:r>
              <a:rPr lang="es-MX" sz="2400" b="1" dirty="0" err="1">
                <a:solidFill>
                  <a:srgbClr val="D24369"/>
                </a:solidFill>
                <a:latin typeface="Arial"/>
                <a:cs typeface="Arial"/>
              </a:rPr>
              <a:t>Collections</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7FB057C3-1BC8-C731-E6DB-6978FE537F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sp>
        <p:nvSpPr>
          <p:cNvPr id="4" name="CuadroTexto 3">
            <a:extLst>
              <a:ext uri="{FF2B5EF4-FFF2-40B4-BE49-F238E27FC236}">
                <a16:creationId xmlns:a16="http://schemas.microsoft.com/office/drawing/2014/main" id="{05BEDA04-F450-0706-9CF3-48D94CFCF629}"/>
              </a:ext>
            </a:extLst>
          </p:cNvPr>
          <p:cNvSpPr txBox="1"/>
          <p:nvPr/>
        </p:nvSpPr>
        <p:spPr>
          <a:xfrm>
            <a:off x="504547" y="1358778"/>
            <a:ext cx="11292114" cy="646331"/>
          </a:xfrm>
          <a:prstGeom prst="rect">
            <a:avLst/>
          </a:prstGeom>
          <a:noFill/>
        </p:spPr>
        <p:txBody>
          <a:bodyPr wrap="square">
            <a:spAutoFit/>
          </a:bodyPr>
          <a:lstStyle/>
          <a:p>
            <a:r>
              <a:rPr lang="en-GB" dirty="0"/>
              <a:t>A planar approximation is a good baseline, but it is not sufficiently expressive for a ±3 z-unit requirement. But, Later collections show better agreement with the planar approximation.</a:t>
            </a:r>
          </a:p>
        </p:txBody>
      </p:sp>
      <p:graphicFrame>
        <p:nvGraphicFramePr>
          <p:cNvPr id="6" name="Tabla 5">
            <a:extLst>
              <a:ext uri="{FF2B5EF4-FFF2-40B4-BE49-F238E27FC236}">
                <a16:creationId xmlns:a16="http://schemas.microsoft.com/office/drawing/2014/main" id="{4B41EABF-6A48-9F07-362E-5393B56734DC}"/>
              </a:ext>
            </a:extLst>
          </p:cNvPr>
          <p:cNvGraphicFramePr>
            <a:graphicFrameLocks noGrp="1"/>
          </p:cNvGraphicFramePr>
          <p:nvPr>
            <p:extLst>
              <p:ext uri="{D42A27DB-BD31-4B8C-83A1-F6EECF244321}">
                <p14:modId xmlns:p14="http://schemas.microsoft.com/office/powerpoint/2010/main" val="3694902547"/>
              </p:ext>
            </p:extLst>
          </p:nvPr>
        </p:nvGraphicFramePr>
        <p:xfrm>
          <a:off x="838200" y="2230551"/>
          <a:ext cx="10515600" cy="3657600"/>
        </p:xfrm>
        <a:graphic>
          <a:graphicData uri="http://schemas.openxmlformats.org/drawingml/2006/table">
            <a:tbl>
              <a:tblPr/>
              <a:tblGrid>
                <a:gridCol w="5257800">
                  <a:extLst>
                    <a:ext uri="{9D8B030D-6E8A-4147-A177-3AD203B41FA5}">
                      <a16:colId xmlns:a16="http://schemas.microsoft.com/office/drawing/2014/main" val="2900044000"/>
                    </a:ext>
                  </a:extLst>
                </a:gridCol>
                <a:gridCol w="5257800">
                  <a:extLst>
                    <a:ext uri="{9D8B030D-6E8A-4147-A177-3AD203B41FA5}">
                      <a16:colId xmlns:a16="http://schemas.microsoft.com/office/drawing/2014/main" val="3023313922"/>
                    </a:ext>
                  </a:extLst>
                </a:gridCol>
              </a:tblGrid>
              <a:tr h="0">
                <a:tc>
                  <a:txBody>
                    <a:bodyPr/>
                    <a:lstStyle/>
                    <a:p>
                      <a:pPr>
                        <a:buNone/>
                      </a:pPr>
                      <a:r>
                        <a:rPr lang="en-GB" b="1" dirty="0"/>
                        <a:t>Collection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Median within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8329780"/>
                  </a:ext>
                </a:extLst>
              </a:tr>
              <a:tr h="0">
                <a:tc>
                  <a:txBody>
                    <a:bodyPr/>
                    <a:lstStyle/>
                    <a:p>
                      <a:pPr>
                        <a:buNone/>
                      </a:pPr>
                      <a:r>
                        <a:rPr lang="en-GB"/>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65.2%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4738011"/>
                  </a:ext>
                </a:extLst>
              </a:tr>
              <a:tr h="0">
                <a:tc>
                  <a:txBody>
                    <a:bodyPr/>
                    <a:lstStyle/>
                    <a:p>
                      <a:pPr>
                        <a:buNone/>
                      </a:pPr>
                      <a:r>
                        <a:rPr lang="en-GB"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55.6%</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9850249"/>
                  </a:ext>
                </a:extLst>
              </a:tr>
              <a:tr h="0">
                <a:tc>
                  <a:txBody>
                    <a:bodyPr/>
                    <a:lstStyle/>
                    <a:p>
                      <a:pPr>
                        <a:buNone/>
                      </a:pPr>
                      <a:r>
                        <a:rPr lang="en-GB"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71.1%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9783934"/>
                  </a:ext>
                </a:extLst>
              </a:tr>
              <a:tr h="0">
                <a:tc>
                  <a:txBody>
                    <a:bodyPr/>
                    <a:lstStyle/>
                    <a:p>
                      <a:pPr>
                        <a:buNone/>
                      </a:pPr>
                      <a:r>
                        <a:rPr lang="en-GB"/>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84.4%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9156811"/>
                  </a:ext>
                </a:extLst>
              </a:tr>
              <a:tr h="0">
                <a:tc>
                  <a:txBody>
                    <a:bodyPr/>
                    <a:lstStyle/>
                    <a:p>
                      <a:pPr>
                        <a:buNone/>
                      </a:pPr>
                      <a:r>
                        <a:rPr lang="en-GB"/>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93.1%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9424212"/>
                  </a:ext>
                </a:extLst>
              </a:tr>
              <a:tr h="0">
                <a:tc>
                  <a:txBody>
                    <a:bodyPr/>
                    <a:lstStyle/>
                    <a:p>
                      <a:pPr>
                        <a:buNone/>
                      </a:pPr>
                      <a:r>
                        <a:rPr lang="en-GB"/>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93.0%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8772856"/>
                  </a:ext>
                </a:extLst>
              </a:tr>
              <a:tr h="0">
                <a:tc>
                  <a:txBody>
                    <a:bodyPr/>
                    <a:lstStyle/>
                    <a:p>
                      <a:pPr>
                        <a:buNone/>
                      </a:pPr>
                      <a:r>
                        <a:rPr lang="en-GB"/>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94.4%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368133"/>
                  </a:ext>
                </a:extLst>
              </a:tr>
              <a:tr h="0">
                <a:tc>
                  <a:txBody>
                    <a:bodyPr/>
                    <a:lstStyle/>
                    <a:p>
                      <a:pPr>
                        <a:buNone/>
                      </a:pPr>
                      <a:r>
                        <a:rPr lang="en-GB"/>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99.6%</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7168170"/>
                  </a:ext>
                </a:extLst>
              </a:tr>
              <a:tr h="0">
                <a:tc>
                  <a:txBody>
                    <a:bodyPr/>
                    <a:lstStyle/>
                    <a:p>
                      <a:pPr>
                        <a:buNone/>
                      </a:pPr>
                      <a:r>
                        <a:rPr lang="en-GB"/>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95.6%</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6919729"/>
                  </a:ext>
                </a:extLst>
              </a:tr>
            </a:tbl>
          </a:graphicData>
        </a:graphic>
      </p:graphicFrame>
    </p:spTree>
    <p:extLst>
      <p:ext uri="{BB962C8B-B14F-4D97-AF65-F5344CB8AC3E}">
        <p14:creationId xmlns:p14="http://schemas.microsoft.com/office/powerpoint/2010/main" val="2561479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2DE48-8A6E-3C6B-CF98-B48EB98C641A}"/>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79C734BB-E0BA-055D-63A9-657698816C72}"/>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F43A4952-CB1B-69AA-8F69-924A6BF0D31B}"/>
              </a:ext>
            </a:extLst>
          </p:cNvPr>
          <p:cNvSpPr>
            <a:spLocks noGrp="1"/>
          </p:cNvSpPr>
          <p:nvPr>
            <p:ph type="title"/>
          </p:nvPr>
        </p:nvSpPr>
        <p:spPr>
          <a:xfrm>
            <a:off x="504547" y="376477"/>
            <a:ext cx="9208008" cy="462430"/>
          </a:xfrm>
        </p:spPr>
        <p:txBody>
          <a:bodyPr>
            <a:noAutofit/>
          </a:bodyPr>
          <a:lstStyle/>
          <a:p>
            <a:r>
              <a:rPr lang="es-MX" sz="2400" b="1" dirty="0">
                <a:solidFill>
                  <a:srgbClr val="D24369"/>
                </a:solidFill>
                <a:latin typeface="Arial"/>
                <a:cs typeface="Arial"/>
              </a:rPr>
              <a:t>Next </a:t>
            </a:r>
            <a:r>
              <a:rPr lang="es-MX" sz="2400" b="1" dirty="0" err="1">
                <a:solidFill>
                  <a:srgbClr val="D24369"/>
                </a:solidFill>
                <a:latin typeface="Arial"/>
                <a:cs typeface="Arial"/>
              </a:rPr>
              <a:t>steps</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1C134E70-D5F2-88FA-0E23-D6542F85B1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graphicFrame>
        <p:nvGraphicFramePr>
          <p:cNvPr id="8" name="Tabla 7">
            <a:extLst>
              <a:ext uri="{FF2B5EF4-FFF2-40B4-BE49-F238E27FC236}">
                <a16:creationId xmlns:a16="http://schemas.microsoft.com/office/drawing/2014/main" id="{6BDC6735-3EF2-A176-6A91-ED79AE01E019}"/>
              </a:ext>
            </a:extLst>
          </p:cNvPr>
          <p:cNvGraphicFramePr>
            <a:graphicFrameLocks noGrp="1"/>
          </p:cNvGraphicFramePr>
          <p:nvPr/>
        </p:nvGraphicFramePr>
        <p:xfrm>
          <a:off x="746276" y="1794155"/>
          <a:ext cx="10515600" cy="1463040"/>
        </p:xfrm>
        <a:graphic>
          <a:graphicData uri="http://schemas.openxmlformats.org/drawingml/2006/table">
            <a:tbl>
              <a:tblPr/>
              <a:tblGrid>
                <a:gridCol w="2103120">
                  <a:extLst>
                    <a:ext uri="{9D8B030D-6E8A-4147-A177-3AD203B41FA5}">
                      <a16:colId xmlns:a16="http://schemas.microsoft.com/office/drawing/2014/main" val="3958593038"/>
                    </a:ext>
                  </a:extLst>
                </a:gridCol>
                <a:gridCol w="2103120">
                  <a:extLst>
                    <a:ext uri="{9D8B030D-6E8A-4147-A177-3AD203B41FA5}">
                      <a16:colId xmlns:a16="http://schemas.microsoft.com/office/drawing/2014/main" val="631029603"/>
                    </a:ext>
                  </a:extLst>
                </a:gridCol>
                <a:gridCol w="2103120">
                  <a:extLst>
                    <a:ext uri="{9D8B030D-6E8A-4147-A177-3AD203B41FA5}">
                      <a16:colId xmlns:a16="http://schemas.microsoft.com/office/drawing/2014/main" val="1408184918"/>
                    </a:ext>
                  </a:extLst>
                </a:gridCol>
                <a:gridCol w="2103120">
                  <a:extLst>
                    <a:ext uri="{9D8B030D-6E8A-4147-A177-3AD203B41FA5}">
                      <a16:colId xmlns:a16="http://schemas.microsoft.com/office/drawing/2014/main" val="4088439863"/>
                    </a:ext>
                  </a:extLst>
                </a:gridCol>
                <a:gridCol w="2103120">
                  <a:extLst>
                    <a:ext uri="{9D8B030D-6E8A-4147-A177-3AD203B41FA5}">
                      <a16:colId xmlns:a16="http://schemas.microsoft.com/office/drawing/2014/main" val="2573797732"/>
                    </a:ext>
                  </a:extLst>
                </a:gridCol>
              </a:tblGrid>
              <a:tr h="0">
                <a:tc>
                  <a:txBody>
                    <a:bodyPr/>
                    <a:lstStyle/>
                    <a:p>
                      <a:pPr>
                        <a:buNone/>
                      </a:pPr>
                      <a:r>
                        <a:rPr lang="en-GB" b="1" dirty="0"/>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Mean MAE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Mean P95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Median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Mean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6793035"/>
                  </a:ext>
                </a:extLst>
              </a:tr>
              <a:tr h="0">
                <a:tc>
                  <a:txBody>
                    <a:bodyPr/>
                    <a:lstStyle/>
                    <a:p>
                      <a:pPr>
                        <a:buNone/>
                      </a:pPr>
                      <a:r>
                        <a:rPr lang="en-GB" b="1"/>
                        <a:t>Plane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1.48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3.47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95.0%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88.24%</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7632294"/>
                  </a:ext>
                </a:extLst>
              </a:tr>
              <a:tr h="0">
                <a:tc>
                  <a:txBody>
                    <a:bodyPr/>
                    <a:lstStyle/>
                    <a:p>
                      <a:pPr>
                        <a:buNone/>
                      </a:pPr>
                      <a:r>
                        <a:rPr lang="en-GB" b="1"/>
                        <a:t>Bilinear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1.45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3.40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95.0%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89.08%</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1797779"/>
                  </a:ext>
                </a:extLst>
              </a:tr>
              <a:tr h="0">
                <a:tc>
                  <a:txBody>
                    <a:bodyPr/>
                    <a:lstStyle/>
                    <a:p>
                      <a:pPr>
                        <a:buNone/>
                      </a:pPr>
                      <a:r>
                        <a:rPr lang="en-GB" b="1" dirty="0"/>
                        <a:t>Quadratic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GB" b="1" dirty="0"/>
                        <a:t>0.97</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GB" b="1" dirty="0"/>
                        <a:t>2.35</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GB" b="1" dirty="0"/>
                        <a:t>99.29%</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GB" b="1" dirty="0"/>
                        <a:t>95.78%</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059187416"/>
                  </a:ext>
                </a:extLst>
              </a:tr>
            </a:tbl>
          </a:graphicData>
        </a:graphic>
      </p:graphicFrame>
      <p:pic>
        <p:nvPicPr>
          <p:cNvPr id="14" name="Imagen 13">
            <a:extLst>
              <a:ext uri="{FF2B5EF4-FFF2-40B4-BE49-F238E27FC236}">
                <a16:creationId xmlns:a16="http://schemas.microsoft.com/office/drawing/2014/main" id="{27B65C3C-4336-F638-5AA8-35A4A00D4271}"/>
              </a:ext>
            </a:extLst>
          </p:cNvPr>
          <p:cNvPicPr>
            <a:picLocks noChangeAspect="1"/>
          </p:cNvPicPr>
          <p:nvPr/>
        </p:nvPicPr>
        <p:blipFill>
          <a:blip r:embed="rId4"/>
          <a:stretch>
            <a:fillRect/>
          </a:stretch>
        </p:blipFill>
        <p:spPr>
          <a:xfrm>
            <a:off x="3086776" y="3716920"/>
            <a:ext cx="5834600" cy="469452"/>
          </a:xfrm>
          <a:prstGeom prst="rect">
            <a:avLst/>
          </a:prstGeom>
        </p:spPr>
      </p:pic>
      <p:sp>
        <p:nvSpPr>
          <p:cNvPr id="3" name="CuadroTexto 2">
            <a:extLst>
              <a:ext uri="{FF2B5EF4-FFF2-40B4-BE49-F238E27FC236}">
                <a16:creationId xmlns:a16="http://schemas.microsoft.com/office/drawing/2014/main" id="{C37CAB54-316B-AAC5-34B4-60D667EA9461}"/>
              </a:ext>
            </a:extLst>
          </p:cNvPr>
          <p:cNvSpPr txBox="1"/>
          <p:nvPr/>
        </p:nvSpPr>
        <p:spPr>
          <a:xfrm>
            <a:off x="928914" y="4551180"/>
            <a:ext cx="10769600" cy="1200329"/>
          </a:xfrm>
          <a:prstGeom prst="rect">
            <a:avLst/>
          </a:prstGeom>
          <a:noFill/>
        </p:spPr>
        <p:txBody>
          <a:bodyPr wrap="square">
            <a:spAutoFit/>
          </a:bodyPr>
          <a:lstStyle/>
          <a:p>
            <a:pPr>
              <a:buNone/>
            </a:pPr>
            <a:r>
              <a:rPr lang="en-GB" dirty="0"/>
              <a:t>Therefore, five autofocus measurements are not sufficient to independently estimate all six parameters.</a:t>
            </a:r>
          </a:p>
          <a:p>
            <a:pPr>
              <a:buNone/>
            </a:pPr>
            <a:endParaRPr lang="en-GB" dirty="0"/>
          </a:p>
          <a:p>
            <a:pPr>
              <a:buNone/>
            </a:pPr>
            <a:r>
              <a:rPr lang="en-GB" dirty="0"/>
              <a:t>Mathematically, at least six well-positioned calibration points are required. From an engineering perspective, we would test seven and nine points to provide additional redundancy and robustness.</a:t>
            </a:r>
          </a:p>
        </p:txBody>
      </p:sp>
      <p:sp>
        <p:nvSpPr>
          <p:cNvPr id="4" name="CuadroTexto 3">
            <a:extLst>
              <a:ext uri="{FF2B5EF4-FFF2-40B4-BE49-F238E27FC236}">
                <a16:creationId xmlns:a16="http://schemas.microsoft.com/office/drawing/2014/main" id="{FBD808BD-704F-5C30-2834-60EB333DE199}"/>
              </a:ext>
            </a:extLst>
          </p:cNvPr>
          <p:cNvSpPr txBox="1"/>
          <p:nvPr/>
        </p:nvSpPr>
        <p:spPr>
          <a:xfrm>
            <a:off x="653143" y="1424823"/>
            <a:ext cx="3493104" cy="369332"/>
          </a:xfrm>
          <a:prstGeom prst="rect">
            <a:avLst/>
          </a:prstGeom>
          <a:noFill/>
        </p:spPr>
        <p:txBody>
          <a:bodyPr wrap="square" rtlCol="0">
            <a:spAutoFit/>
          </a:bodyPr>
          <a:lstStyle/>
          <a:p>
            <a:r>
              <a:rPr lang="es-MX" dirty="0"/>
              <a:t>All </a:t>
            </a:r>
            <a:r>
              <a:rPr lang="es-MX" dirty="0" err="1"/>
              <a:t>points</a:t>
            </a:r>
            <a:r>
              <a:rPr lang="es-MX" dirty="0"/>
              <a:t> (140)</a:t>
            </a:r>
            <a:endParaRPr lang="en-GB" dirty="0"/>
          </a:p>
        </p:txBody>
      </p:sp>
    </p:spTree>
    <p:extLst>
      <p:ext uri="{BB962C8B-B14F-4D97-AF65-F5344CB8AC3E}">
        <p14:creationId xmlns:p14="http://schemas.microsoft.com/office/powerpoint/2010/main" val="1397274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E5D73-5302-94B7-4958-69938940B0E3}"/>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E8867C8B-C1E2-C7F8-7E2B-7E94078FDA68}"/>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25B7B20B-08F7-F54D-692C-446A5AFBDB6B}"/>
              </a:ext>
            </a:extLst>
          </p:cNvPr>
          <p:cNvSpPr>
            <a:spLocks noGrp="1"/>
          </p:cNvSpPr>
          <p:nvPr>
            <p:ph type="title"/>
          </p:nvPr>
        </p:nvSpPr>
        <p:spPr>
          <a:xfrm>
            <a:off x="504547" y="376477"/>
            <a:ext cx="9208008" cy="462430"/>
          </a:xfrm>
        </p:spPr>
        <p:txBody>
          <a:bodyPr>
            <a:noAutofit/>
          </a:bodyPr>
          <a:lstStyle/>
          <a:p>
            <a:r>
              <a:rPr lang="es-MX" sz="2400" b="1" dirty="0">
                <a:solidFill>
                  <a:srgbClr val="D24369"/>
                </a:solidFill>
                <a:latin typeface="Arial"/>
                <a:cs typeface="Arial"/>
              </a:rPr>
              <a:t>Next </a:t>
            </a:r>
            <a:r>
              <a:rPr lang="es-MX" sz="2400" b="1" dirty="0" err="1">
                <a:solidFill>
                  <a:srgbClr val="D24369"/>
                </a:solidFill>
                <a:latin typeface="Arial"/>
                <a:cs typeface="Arial"/>
              </a:rPr>
              <a:t>steps</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BF9DB52D-6D7E-BB5B-A1ED-A1E526A6D2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sp>
        <p:nvSpPr>
          <p:cNvPr id="20" name="CuadroTexto 19">
            <a:extLst>
              <a:ext uri="{FF2B5EF4-FFF2-40B4-BE49-F238E27FC236}">
                <a16:creationId xmlns:a16="http://schemas.microsoft.com/office/drawing/2014/main" id="{BE096DD3-64CB-4012-95A7-143BC865C2BB}"/>
              </a:ext>
            </a:extLst>
          </p:cNvPr>
          <p:cNvSpPr txBox="1"/>
          <p:nvPr/>
        </p:nvSpPr>
        <p:spPr>
          <a:xfrm>
            <a:off x="1115181" y="2470982"/>
            <a:ext cx="10048724" cy="369332"/>
          </a:xfrm>
          <a:prstGeom prst="rect">
            <a:avLst/>
          </a:prstGeom>
          <a:noFill/>
        </p:spPr>
        <p:txBody>
          <a:bodyPr wrap="square">
            <a:spAutoFit/>
          </a:bodyPr>
          <a:lstStyle/>
          <a:p>
            <a:r>
              <a:rPr lang="en-GB" dirty="0"/>
              <a:t>7 or 9 autofocus points​→Fit quadratic​→Predict remaining 133/131​→Compare with observed z</a:t>
            </a:r>
          </a:p>
        </p:txBody>
      </p:sp>
      <p:graphicFrame>
        <p:nvGraphicFramePr>
          <p:cNvPr id="28" name="Tabla 27">
            <a:extLst>
              <a:ext uri="{FF2B5EF4-FFF2-40B4-BE49-F238E27FC236}">
                <a16:creationId xmlns:a16="http://schemas.microsoft.com/office/drawing/2014/main" id="{7C6FCBDD-37DF-ADBB-4D5C-9DB4C4B17AF0}"/>
              </a:ext>
            </a:extLst>
          </p:cNvPr>
          <p:cNvGraphicFramePr>
            <a:graphicFrameLocks noGrp="1"/>
          </p:cNvGraphicFramePr>
          <p:nvPr>
            <p:extLst>
              <p:ext uri="{D42A27DB-BD31-4B8C-83A1-F6EECF244321}">
                <p14:modId xmlns:p14="http://schemas.microsoft.com/office/powerpoint/2010/main" val="631491400"/>
              </p:ext>
            </p:extLst>
          </p:nvPr>
        </p:nvGraphicFramePr>
        <p:xfrm>
          <a:off x="789820" y="2903047"/>
          <a:ext cx="10515600" cy="1828800"/>
        </p:xfrm>
        <a:graphic>
          <a:graphicData uri="http://schemas.openxmlformats.org/drawingml/2006/table">
            <a:tbl>
              <a:tblPr/>
              <a:tblGrid>
                <a:gridCol w="2103120">
                  <a:extLst>
                    <a:ext uri="{9D8B030D-6E8A-4147-A177-3AD203B41FA5}">
                      <a16:colId xmlns:a16="http://schemas.microsoft.com/office/drawing/2014/main" val="3736760225"/>
                    </a:ext>
                  </a:extLst>
                </a:gridCol>
                <a:gridCol w="2103120">
                  <a:extLst>
                    <a:ext uri="{9D8B030D-6E8A-4147-A177-3AD203B41FA5}">
                      <a16:colId xmlns:a16="http://schemas.microsoft.com/office/drawing/2014/main" val="1322454351"/>
                    </a:ext>
                  </a:extLst>
                </a:gridCol>
                <a:gridCol w="2103120">
                  <a:extLst>
                    <a:ext uri="{9D8B030D-6E8A-4147-A177-3AD203B41FA5}">
                      <a16:colId xmlns:a16="http://schemas.microsoft.com/office/drawing/2014/main" val="1324447511"/>
                    </a:ext>
                  </a:extLst>
                </a:gridCol>
                <a:gridCol w="2103120">
                  <a:extLst>
                    <a:ext uri="{9D8B030D-6E8A-4147-A177-3AD203B41FA5}">
                      <a16:colId xmlns:a16="http://schemas.microsoft.com/office/drawing/2014/main" val="967047133"/>
                    </a:ext>
                  </a:extLst>
                </a:gridCol>
                <a:gridCol w="2103120">
                  <a:extLst>
                    <a:ext uri="{9D8B030D-6E8A-4147-A177-3AD203B41FA5}">
                      <a16:colId xmlns:a16="http://schemas.microsoft.com/office/drawing/2014/main" val="4092249743"/>
                    </a:ext>
                  </a:extLst>
                </a:gridCol>
              </a:tblGrid>
              <a:tr h="0">
                <a:tc>
                  <a:txBody>
                    <a:bodyPr/>
                    <a:lstStyle/>
                    <a:p>
                      <a:pPr>
                        <a:buNone/>
                      </a:pPr>
                      <a:r>
                        <a:rPr lang="en-GB" b="1" dirty="0"/>
                        <a:t>Calibration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Mean MAE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Mean P95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Within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3517287"/>
                  </a:ext>
                </a:extLst>
              </a:tr>
              <a:tr h="0">
                <a:tc>
                  <a:txBody>
                    <a:bodyPr/>
                    <a:lstStyle/>
                    <a:p>
                      <a:pPr>
                        <a:buNone/>
                      </a:pPr>
                      <a:r>
                        <a:rPr lang="en-GB"/>
                        <a:t>5 points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Plane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1.78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4.11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82.45%</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3599002"/>
                  </a:ext>
                </a:extLst>
              </a:tr>
              <a:tr h="0">
                <a:tc>
                  <a:txBody>
                    <a:bodyPr/>
                    <a:lstStyle/>
                    <a:p>
                      <a:pPr>
                        <a:buNone/>
                      </a:pPr>
                      <a:r>
                        <a:rPr lang="en-GB"/>
                        <a:t>7 points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Quadratic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1.34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3.56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90.19%</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5098773"/>
                  </a:ext>
                </a:extLst>
              </a:tr>
              <a:tr h="0">
                <a:tc>
                  <a:txBody>
                    <a:bodyPr/>
                    <a:lstStyle/>
                    <a:p>
                      <a:pPr>
                        <a:buNone/>
                      </a:pPr>
                      <a:r>
                        <a:rPr lang="en-GB">
                          <a:highlight>
                            <a:srgbClr val="FFFF00"/>
                          </a:highlight>
                        </a:rPr>
                        <a:t>9 points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highlight>
                            <a:srgbClr val="FFFF00"/>
                          </a:highlight>
                        </a:rPr>
                        <a:t>Quadratic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highlight>
                            <a:srgbClr val="FFFF00"/>
                          </a:highlight>
                        </a:rPr>
                        <a:t>1.20</a:t>
                      </a:r>
                      <a:endParaRPr lang="en-GB">
                        <a:highlight>
                          <a:srgbClr val="FFFF00"/>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highlight>
                            <a:srgbClr val="FFFF00"/>
                          </a:highlight>
                        </a:rPr>
                        <a:t>3.15</a:t>
                      </a:r>
                      <a:endParaRPr lang="en-GB">
                        <a:highlight>
                          <a:srgbClr val="FFFF00"/>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highlight>
                            <a:srgbClr val="FFFF00"/>
                          </a:highlight>
                        </a:rPr>
                        <a:t>92.39%</a:t>
                      </a:r>
                      <a:endParaRPr lang="en-GB" dirty="0">
                        <a:highlight>
                          <a:srgbClr val="FFFF00"/>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4559593"/>
                  </a:ext>
                </a:extLst>
              </a:tr>
              <a:tr h="0">
                <a:tc>
                  <a:txBody>
                    <a:bodyPr/>
                    <a:lstStyle/>
                    <a:p>
                      <a:pPr>
                        <a:buNone/>
                      </a:pPr>
                      <a:r>
                        <a:rPr lang="en-GB"/>
                        <a:t>All points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Quadratic Oracle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0.97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2.35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95.78%</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8299562"/>
                  </a:ext>
                </a:extLst>
              </a:tr>
            </a:tbl>
          </a:graphicData>
        </a:graphic>
      </p:graphicFrame>
    </p:spTree>
    <p:extLst>
      <p:ext uri="{BB962C8B-B14F-4D97-AF65-F5344CB8AC3E}">
        <p14:creationId xmlns:p14="http://schemas.microsoft.com/office/powerpoint/2010/main" val="6085807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33617-3BAA-6D40-0894-540BB80E2BE8}"/>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DBE310D0-3F76-A68E-933B-F433C254F3BB}"/>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403D5CE2-29A0-4831-C1E0-EBAA526A0FDE}"/>
              </a:ext>
            </a:extLst>
          </p:cNvPr>
          <p:cNvSpPr>
            <a:spLocks noGrp="1"/>
          </p:cNvSpPr>
          <p:nvPr>
            <p:ph type="title"/>
          </p:nvPr>
        </p:nvSpPr>
        <p:spPr>
          <a:xfrm>
            <a:off x="504547" y="376477"/>
            <a:ext cx="9208008" cy="462430"/>
          </a:xfrm>
        </p:spPr>
        <p:txBody>
          <a:bodyPr>
            <a:noAutofit/>
          </a:bodyPr>
          <a:lstStyle/>
          <a:p>
            <a:r>
              <a:rPr lang="es-MX" sz="2400" b="1" dirty="0">
                <a:solidFill>
                  <a:srgbClr val="D24369"/>
                </a:solidFill>
                <a:latin typeface="Arial"/>
                <a:cs typeface="Arial"/>
              </a:rPr>
              <a:t>Next </a:t>
            </a:r>
            <a:r>
              <a:rPr lang="es-MX" sz="2400" b="1" dirty="0" err="1">
                <a:solidFill>
                  <a:srgbClr val="D24369"/>
                </a:solidFill>
                <a:latin typeface="Arial"/>
                <a:cs typeface="Arial"/>
              </a:rPr>
              <a:t>steps</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18A468E5-644B-9315-DEAE-C4E9797B1C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graphicFrame>
        <p:nvGraphicFramePr>
          <p:cNvPr id="2" name="Tabla 1">
            <a:extLst>
              <a:ext uri="{FF2B5EF4-FFF2-40B4-BE49-F238E27FC236}">
                <a16:creationId xmlns:a16="http://schemas.microsoft.com/office/drawing/2014/main" id="{CA0ABBC9-808B-D956-61B5-FC1C9F3E4760}"/>
              </a:ext>
            </a:extLst>
          </p:cNvPr>
          <p:cNvGraphicFramePr>
            <a:graphicFrameLocks noGrp="1"/>
          </p:cNvGraphicFramePr>
          <p:nvPr>
            <p:extLst>
              <p:ext uri="{D42A27DB-BD31-4B8C-83A1-F6EECF244321}">
                <p14:modId xmlns:p14="http://schemas.microsoft.com/office/powerpoint/2010/main" val="1175976934"/>
              </p:ext>
            </p:extLst>
          </p:nvPr>
        </p:nvGraphicFramePr>
        <p:xfrm>
          <a:off x="1463433" y="1460385"/>
          <a:ext cx="9623152" cy="4351334"/>
        </p:xfrm>
        <a:graphic>
          <a:graphicData uri="http://schemas.openxmlformats.org/drawingml/2006/table">
            <a:tbl>
              <a:tblPr/>
              <a:tblGrid>
                <a:gridCol w="2405788">
                  <a:extLst>
                    <a:ext uri="{9D8B030D-6E8A-4147-A177-3AD203B41FA5}">
                      <a16:colId xmlns:a16="http://schemas.microsoft.com/office/drawing/2014/main" val="628569993"/>
                    </a:ext>
                  </a:extLst>
                </a:gridCol>
                <a:gridCol w="2405788">
                  <a:extLst>
                    <a:ext uri="{9D8B030D-6E8A-4147-A177-3AD203B41FA5}">
                      <a16:colId xmlns:a16="http://schemas.microsoft.com/office/drawing/2014/main" val="3660346387"/>
                    </a:ext>
                  </a:extLst>
                </a:gridCol>
                <a:gridCol w="2405788">
                  <a:extLst>
                    <a:ext uri="{9D8B030D-6E8A-4147-A177-3AD203B41FA5}">
                      <a16:colId xmlns:a16="http://schemas.microsoft.com/office/drawing/2014/main" val="3691503748"/>
                    </a:ext>
                  </a:extLst>
                </a:gridCol>
                <a:gridCol w="2405788">
                  <a:extLst>
                    <a:ext uri="{9D8B030D-6E8A-4147-A177-3AD203B41FA5}">
                      <a16:colId xmlns:a16="http://schemas.microsoft.com/office/drawing/2014/main" val="829548157"/>
                    </a:ext>
                  </a:extLst>
                </a:gridCol>
              </a:tblGrid>
              <a:tr h="334718">
                <a:tc>
                  <a:txBody>
                    <a:bodyPr/>
                    <a:lstStyle/>
                    <a:p>
                      <a:pPr>
                        <a:buNone/>
                      </a:pPr>
                      <a:r>
                        <a:rPr lang="en-GB" sz="1600" b="1" dirty="0"/>
                        <a:t>Collection</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dirty="0"/>
                        <a:t>Mean ±3</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dirty="0"/>
                        <a:t>Median ±3</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dirty="0"/>
                        <a:t>Min ±3</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7034941"/>
                  </a:ext>
                </a:extLst>
              </a:tr>
              <a:tr h="334718">
                <a:tc>
                  <a:txBody>
                    <a:bodyPr/>
                    <a:lstStyle/>
                    <a:p>
                      <a:pPr>
                        <a:buNone/>
                      </a:pPr>
                      <a:r>
                        <a:rPr lang="en-GB" sz="1600"/>
                        <a:t>4</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dirty="0"/>
                        <a:t>86.3%</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94.3%</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61.1%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9890695"/>
                  </a:ext>
                </a:extLst>
              </a:tr>
              <a:tr h="334718">
                <a:tc>
                  <a:txBody>
                    <a:bodyPr/>
                    <a:lstStyle/>
                    <a:p>
                      <a:pPr>
                        <a:buNone/>
                      </a:pPr>
                      <a:r>
                        <a:rPr lang="en-GB" sz="1600"/>
                        <a:t>5</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a:t>80.9%</a:t>
                      </a:r>
                      <a:endParaRPr lang="en-GB"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a:t>77.9%</a:t>
                      </a:r>
                      <a:endParaRPr lang="en-GB"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69.5%</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1536877"/>
                  </a:ext>
                </a:extLst>
              </a:tr>
              <a:tr h="334718">
                <a:tc>
                  <a:txBody>
                    <a:bodyPr/>
                    <a:lstStyle/>
                    <a:p>
                      <a:pPr>
                        <a:buNone/>
                      </a:pPr>
                      <a:r>
                        <a:rPr lang="en-GB" sz="1600"/>
                        <a:t>6</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dirty="0"/>
                        <a:t>93.3%</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98.5%</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84.0%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4627289"/>
                  </a:ext>
                </a:extLst>
              </a:tr>
              <a:tr h="334718">
                <a:tc>
                  <a:txBody>
                    <a:bodyPr/>
                    <a:lstStyle/>
                    <a:p>
                      <a:pPr>
                        <a:buNone/>
                      </a:pPr>
                      <a:r>
                        <a:rPr lang="en-GB" sz="1600"/>
                        <a:t>7</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92.3%</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98.1%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65.6%</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0079897"/>
                  </a:ext>
                </a:extLst>
              </a:tr>
              <a:tr h="334718">
                <a:tc>
                  <a:txBody>
                    <a:bodyPr/>
                    <a:lstStyle/>
                    <a:p>
                      <a:pPr>
                        <a:buNone/>
                      </a:pPr>
                      <a:r>
                        <a:rPr lang="en-GB" sz="1600"/>
                        <a:t>8</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a:t>98.0%</a:t>
                      </a:r>
                      <a:endParaRPr lang="en-GB"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dirty="0"/>
                        <a:t>99.6%</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92.4%</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904640"/>
                  </a:ext>
                </a:extLst>
              </a:tr>
              <a:tr h="334718">
                <a:tc>
                  <a:txBody>
                    <a:bodyPr/>
                    <a:lstStyle/>
                    <a:p>
                      <a:pPr>
                        <a:buNone/>
                      </a:pPr>
                      <a:r>
                        <a:rPr lang="en-GB" sz="1600"/>
                        <a:t>9</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a:t>95.0%</a:t>
                      </a:r>
                      <a:endParaRPr lang="en-GB"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dirty="0"/>
                        <a:t>95.4%</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85.5%</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579404"/>
                  </a:ext>
                </a:extLst>
              </a:tr>
              <a:tr h="334718">
                <a:tc>
                  <a:txBody>
                    <a:bodyPr/>
                    <a:lstStyle/>
                    <a:p>
                      <a:pPr>
                        <a:buNone/>
                      </a:pPr>
                      <a:r>
                        <a:rPr lang="en-GB" sz="1600"/>
                        <a:t>10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94.9%</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dirty="0"/>
                        <a:t>96.6%</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87.8%</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5758946"/>
                  </a:ext>
                </a:extLst>
              </a:tr>
              <a:tr h="334718">
                <a:tc>
                  <a:txBody>
                    <a:bodyPr/>
                    <a:lstStyle/>
                    <a:p>
                      <a:pPr>
                        <a:buNone/>
                      </a:pPr>
                      <a:r>
                        <a:rPr lang="en-GB" sz="1600"/>
                        <a:t>11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a:t>96.3%</a:t>
                      </a:r>
                      <a:endParaRPr lang="en-GB"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99.6%</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dirty="0"/>
                        <a:t>72.5%</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6953734"/>
                  </a:ext>
                </a:extLst>
              </a:tr>
              <a:tr h="334718">
                <a:tc>
                  <a:txBody>
                    <a:bodyPr/>
                    <a:lstStyle/>
                    <a:p>
                      <a:pPr>
                        <a:buNone/>
                      </a:pPr>
                      <a:r>
                        <a:rPr lang="en-GB" sz="1600"/>
                        <a:t>12</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a:t>84.6%</a:t>
                      </a:r>
                      <a:endParaRPr lang="en-GB"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a:t>82.1%</a:t>
                      </a:r>
                      <a:endParaRPr lang="en-GB"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dirty="0"/>
                        <a:t>70.2%</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9046021"/>
                  </a:ext>
                </a:extLst>
              </a:tr>
              <a:tr h="334718">
                <a:tc>
                  <a:txBody>
                    <a:bodyPr/>
                    <a:lstStyle/>
                    <a:p>
                      <a:pPr>
                        <a:buNone/>
                      </a:pPr>
                      <a:r>
                        <a:rPr lang="en-GB" sz="1600"/>
                        <a:t>13</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a:t>96.0%</a:t>
                      </a:r>
                      <a:endParaRPr lang="en-GB"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99.2%</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dirty="0"/>
                        <a:t>81.7%</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4178465"/>
                  </a:ext>
                </a:extLst>
              </a:tr>
              <a:tr h="334718">
                <a:tc>
                  <a:txBody>
                    <a:bodyPr/>
                    <a:lstStyle/>
                    <a:p>
                      <a:pPr>
                        <a:buNone/>
                      </a:pPr>
                      <a:r>
                        <a:rPr lang="en-GB" sz="1600"/>
                        <a:t>14</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a:t>95.8%</a:t>
                      </a:r>
                      <a:endParaRPr lang="en-GB"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a:t>100%</a:t>
                      </a:r>
                      <a:endParaRPr lang="en-GB"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dirty="0"/>
                        <a:t>74.0%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6429421"/>
                  </a:ext>
                </a:extLst>
              </a:tr>
              <a:tr h="334718">
                <a:tc>
                  <a:txBody>
                    <a:bodyPr/>
                    <a:lstStyle/>
                    <a:p>
                      <a:pPr>
                        <a:buNone/>
                      </a:pPr>
                      <a:r>
                        <a:rPr lang="en-GB" sz="1600"/>
                        <a:t>15</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a:t>95.4%</a:t>
                      </a:r>
                      <a:endParaRPr lang="en-GB"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98.1%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dirty="0"/>
                        <a:t>74.0%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1863273"/>
                  </a:ext>
                </a:extLst>
              </a:tr>
            </a:tbl>
          </a:graphicData>
        </a:graphic>
      </p:graphicFrame>
    </p:spTree>
    <p:extLst>
      <p:ext uri="{BB962C8B-B14F-4D97-AF65-F5344CB8AC3E}">
        <p14:creationId xmlns:p14="http://schemas.microsoft.com/office/powerpoint/2010/main" val="1156025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19FBB-F84B-BC3A-123A-77B901B080B7}"/>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83D7F6E2-6942-B8F7-6D78-C24CC923F364}"/>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64358F47-F69E-EBB0-6E69-46FD510020D9}"/>
              </a:ext>
            </a:extLst>
          </p:cNvPr>
          <p:cNvSpPr>
            <a:spLocks noGrp="1"/>
          </p:cNvSpPr>
          <p:nvPr>
            <p:ph type="title"/>
          </p:nvPr>
        </p:nvSpPr>
        <p:spPr>
          <a:xfrm>
            <a:off x="504547" y="376477"/>
            <a:ext cx="9208008" cy="462430"/>
          </a:xfrm>
        </p:spPr>
        <p:txBody>
          <a:bodyPr>
            <a:noAutofit/>
          </a:bodyPr>
          <a:lstStyle/>
          <a:p>
            <a:r>
              <a:rPr lang="es-MX" sz="2400" b="1" dirty="0">
                <a:solidFill>
                  <a:srgbClr val="D24369"/>
                </a:solidFill>
                <a:latin typeface="Arial"/>
                <a:cs typeface="Arial"/>
              </a:rPr>
              <a:t>Next </a:t>
            </a:r>
            <a:r>
              <a:rPr lang="es-MX" sz="2400" b="1" dirty="0" err="1">
                <a:solidFill>
                  <a:srgbClr val="D24369"/>
                </a:solidFill>
                <a:latin typeface="Arial"/>
                <a:cs typeface="Arial"/>
              </a:rPr>
              <a:t>steps</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2CDD3FF3-5F06-C995-3707-B1980CD2B1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graphicFrame>
        <p:nvGraphicFramePr>
          <p:cNvPr id="3" name="Tabla 2">
            <a:extLst>
              <a:ext uri="{FF2B5EF4-FFF2-40B4-BE49-F238E27FC236}">
                <a16:creationId xmlns:a16="http://schemas.microsoft.com/office/drawing/2014/main" id="{50F5AC24-9B58-1EBC-791E-7693081E771F}"/>
              </a:ext>
            </a:extLst>
          </p:cNvPr>
          <p:cNvGraphicFramePr>
            <a:graphicFrameLocks noGrp="1"/>
          </p:cNvGraphicFramePr>
          <p:nvPr>
            <p:extLst>
              <p:ext uri="{D42A27DB-BD31-4B8C-83A1-F6EECF244321}">
                <p14:modId xmlns:p14="http://schemas.microsoft.com/office/powerpoint/2010/main" val="3344480365"/>
              </p:ext>
            </p:extLst>
          </p:nvPr>
        </p:nvGraphicFramePr>
        <p:xfrm>
          <a:off x="881743" y="2173462"/>
          <a:ext cx="10515600" cy="2194560"/>
        </p:xfrm>
        <a:graphic>
          <a:graphicData uri="http://schemas.openxmlformats.org/drawingml/2006/table">
            <a:tbl>
              <a:tblPr/>
              <a:tblGrid>
                <a:gridCol w="2628900">
                  <a:extLst>
                    <a:ext uri="{9D8B030D-6E8A-4147-A177-3AD203B41FA5}">
                      <a16:colId xmlns:a16="http://schemas.microsoft.com/office/drawing/2014/main" val="2565230317"/>
                    </a:ext>
                  </a:extLst>
                </a:gridCol>
                <a:gridCol w="2628900">
                  <a:extLst>
                    <a:ext uri="{9D8B030D-6E8A-4147-A177-3AD203B41FA5}">
                      <a16:colId xmlns:a16="http://schemas.microsoft.com/office/drawing/2014/main" val="1457135752"/>
                    </a:ext>
                  </a:extLst>
                </a:gridCol>
                <a:gridCol w="2628900">
                  <a:extLst>
                    <a:ext uri="{9D8B030D-6E8A-4147-A177-3AD203B41FA5}">
                      <a16:colId xmlns:a16="http://schemas.microsoft.com/office/drawing/2014/main" val="3659673354"/>
                    </a:ext>
                  </a:extLst>
                </a:gridCol>
                <a:gridCol w="2628900">
                  <a:extLst>
                    <a:ext uri="{9D8B030D-6E8A-4147-A177-3AD203B41FA5}">
                      <a16:colId xmlns:a16="http://schemas.microsoft.com/office/drawing/2014/main" val="1131111193"/>
                    </a:ext>
                  </a:extLst>
                </a:gridCol>
              </a:tblGrid>
              <a:tr h="0">
                <a:tc>
                  <a:txBody>
                    <a:bodyPr/>
                    <a:lstStyle/>
                    <a:p>
                      <a:pPr>
                        <a:buNone/>
                      </a:pPr>
                      <a:r>
                        <a:rPr lang="en-GB" b="1" dirty="0"/>
                        <a:t>Batch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9 points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Oracle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8552945"/>
                  </a:ext>
                </a:extLst>
              </a:tr>
              <a:tr h="0">
                <a:tc>
                  <a:txBody>
                    <a:bodyPr/>
                    <a:lstStyle/>
                    <a:p>
                      <a:pPr>
                        <a:buNone/>
                      </a:pPr>
                      <a:r>
                        <a:rPr lang="en-GB" dirty="0"/>
                        <a:t>12811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65.6%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94.3%</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+28.6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5924083"/>
                  </a:ext>
                </a:extLst>
              </a:tr>
              <a:tr h="0">
                <a:tc>
                  <a:txBody>
                    <a:bodyPr/>
                    <a:lstStyle/>
                    <a:p>
                      <a:pPr>
                        <a:buNone/>
                      </a:pPr>
                      <a:r>
                        <a:rPr lang="en-GB"/>
                        <a:t>12517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75.6%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97.1%</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+21.6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5522827"/>
                  </a:ext>
                </a:extLst>
              </a:tr>
              <a:tr h="0">
                <a:tc>
                  <a:txBody>
                    <a:bodyPr/>
                    <a:lstStyle/>
                    <a:p>
                      <a:pPr>
                        <a:buNone/>
                      </a:pPr>
                      <a:r>
                        <a:rPr lang="en-GB"/>
                        <a:t>11164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61.1%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82.1%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+21.1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385661"/>
                  </a:ext>
                </a:extLst>
              </a:tr>
              <a:tr h="0">
                <a:tc>
                  <a:txBody>
                    <a:bodyPr/>
                    <a:lstStyle/>
                    <a:p>
                      <a:pPr>
                        <a:buNone/>
                      </a:pPr>
                      <a:r>
                        <a:rPr lang="en-GB"/>
                        <a:t>18540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71.8%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92.1%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+20.4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9062089"/>
                  </a:ext>
                </a:extLst>
              </a:tr>
              <a:tr h="0">
                <a:tc>
                  <a:txBody>
                    <a:bodyPr/>
                    <a:lstStyle/>
                    <a:p>
                      <a:pPr>
                        <a:buNone/>
                      </a:pPr>
                      <a:r>
                        <a:rPr lang="en-GB"/>
                        <a:t>20250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74.0%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92.9%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+18.8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2234438"/>
                  </a:ext>
                </a:extLst>
              </a:tr>
            </a:tbl>
          </a:graphicData>
        </a:graphic>
      </p:graphicFrame>
      <p:sp>
        <p:nvSpPr>
          <p:cNvPr id="4" name="CuadroTexto 3">
            <a:extLst>
              <a:ext uri="{FF2B5EF4-FFF2-40B4-BE49-F238E27FC236}">
                <a16:creationId xmlns:a16="http://schemas.microsoft.com/office/drawing/2014/main" id="{A895CF0D-3DC7-F9C8-CA81-544BE100B570}"/>
              </a:ext>
            </a:extLst>
          </p:cNvPr>
          <p:cNvSpPr txBox="1"/>
          <p:nvPr/>
        </p:nvSpPr>
        <p:spPr>
          <a:xfrm>
            <a:off x="4277656" y="1804130"/>
            <a:ext cx="3807581" cy="369332"/>
          </a:xfrm>
          <a:prstGeom prst="rect">
            <a:avLst/>
          </a:prstGeom>
          <a:noFill/>
        </p:spPr>
        <p:txBody>
          <a:bodyPr wrap="square" rtlCol="0">
            <a:spAutoFit/>
          </a:bodyPr>
          <a:lstStyle/>
          <a:p>
            <a:r>
              <a:rPr lang="es-MX" dirty="0" err="1"/>
              <a:t>Increase</a:t>
            </a:r>
            <a:r>
              <a:rPr lang="es-MX" dirty="0"/>
              <a:t> </a:t>
            </a:r>
            <a:r>
              <a:rPr lang="es-MX" dirty="0" err="1"/>
              <a:t>the</a:t>
            </a:r>
            <a:r>
              <a:rPr lang="es-MX" dirty="0"/>
              <a:t> </a:t>
            </a:r>
            <a:r>
              <a:rPr lang="es-MX" dirty="0" err="1"/>
              <a:t>number</a:t>
            </a:r>
            <a:r>
              <a:rPr lang="es-MX" dirty="0"/>
              <a:t> of </a:t>
            </a:r>
            <a:r>
              <a:rPr lang="es-MX" dirty="0" err="1"/>
              <a:t>points</a:t>
            </a:r>
            <a:endParaRPr lang="en-GB" dirty="0"/>
          </a:p>
        </p:txBody>
      </p:sp>
    </p:spTree>
    <p:extLst>
      <p:ext uri="{BB962C8B-B14F-4D97-AF65-F5344CB8AC3E}">
        <p14:creationId xmlns:p14="http://schemas.microsoft.com/office/powerpoint/2010/main" val="788395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11F6E-561D-D983-041F-3354AAB7516D}"/>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84FA7D78-383E-01AE-4FD3-748262CCB3B5}"/>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D6963848-3867-8214-CF1D-1E89FF6F1E6C}"/>
              </a:ext>
            </a:extLst>
          </p:cNvPr>
          <p:cNvSpPr>
            <a:spLocks noGrp="1"/>
          </p:cNvSpPr>
          <p:nvPr>
            <p:ph type="title"/>
          </p:nvPr>
        </p:nvSpPr>
        <p:spPr>
          <a:xfrm>
            <a:off x="504547" y="376477"/>
            <a:ext cx="9208008" cy="462430"/>
          </a:xfrm>
        </p:spPr>
        <p:txBody>
          <a:bodyPr>
            <a:noAutofit/>
          </a:bodyPr>
          <a:lstStyle/>
          <a:p>
            <a:r>
              <a:rPr lang="es-MX" sz="2400" b="1" dirty="0">
                <a:solidFill>
                  <a:srgbClr val="D24369"/>
                </a:solidFill>
                <a:latin typeface="Arial"/>
                <a:cs typeface="Arial"/>
              </a:rPr>
              <a:t>Next </a:t>
            </a:r>
            <a:r>
              <a:rPr lang="es-MX" sz="2400" b="1" dirty="0" err="1">
                <a:solidFill>
                  <a:srgbClr val="D24369"/>
                </a:solidFill>
                <a:latin typeface="Arial"/>
                <a:cs typeface="Arial"/>
              </a:rPr>
              <a:t>steps</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7ECAA683-D26D-58A0-242D-888F2B6B85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graphicFrame>
        <p:nvGraphicFramePr>
          <p:cNvPr id="2" name="Tabla 1">
            <a:extLst>
              <a:ext uri="{FF2B5EF4-FFF2-40B4-BE49-F238E27FC236}">
                <a16:creationId xmlns:a16="http://schemas.microsoft.com/office/drawing/2014/main" id="{EC408D08-B107-52ED-5683-5A408D7ADC94}"/>
              </a:ext>
            </a:extLst>
          </p:cNvPr>
          <p:cNvGraphicFramePr>
            <a:graphicFrameLocks noGrp="1"/>
          </p:cNvGraphicFramePr>
          <p:nvPr>
            <p:extLst>
              <p:ext uri="{D42A27DB-BD31-4B8C-83A1-F6EECF244321}">
                <p14:modId xmlns:p14="http://schemas.microsoft.com/office/powerpoint/2010/main" val="401963046"/>
              </p:ext>
            </p:extLst>
          </p:nvPr>
        </p:nvGraphicFramePr>
        <p:xfrm>
          <a:off x="1288143" y="1649550"/>
          <a:ext cx="10515600" cy="2194560"/>
        </p:xfrm>
        <a:graphic>
          <a:graphicData uri="http://schemas.openxmlformats.org/drawingml/2006/table">
            <a:tbl>
              <a:tblPr/>
              <a:tblGrid>
                <a:gridCol w="3505200">
                  <a:extLst>
                    <a:ext uri="{9D8B030D-6E8A-4147-A177-3AD203B41FA5}">
                      <a16:colId xmlns:a16="http://schemas.microsoft.com/office/drawing/2014/main" val="508695168"/>
                    </a:ext>
                  </a:extLst>
                </a:gridCol>
                <a:gridCol w="3505200">
                  <a:extLst>
                    <a:ext uri="{9D8B030D-6E8A-4147-A177-3AD203B41FA5}">
                      <a16:colId xmlns:a16="http://schemas.microsoft.com/office/drawing/2014/main" val="87002462"/>
                    </a:ext>
                  </a:extLst>
                </a:gridCol>
                <a:gridCol w="3505200">
                  <a:extLst>
                    <a:ext uri="{9D8B030D-6E8A-4147-A177-3AD203B41FA5}">
                      <a16:colId xmlns:a16="http://schemas.microsoft.com/office/drawing/2014/main" val="4252002403"/>
                    </a:ext>
                  </a:extLst>
                </a:gridCol>
              </a:tblGrid>
              <a:tr h="0">
                <a:tc>
                  <a:txBody>
                    <a:bodyPr/>
                    <a:lstStyle/>
                    <a:p>
                      <a:pPr>
                        <a:buNone/>
                      </a:pPr>
                      <a:r>
                        <a:rPr lang="en-GB" b="1" dirty="0"/>
                        <a:t>Batch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9 points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Oracle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9591970"/>
                  </a:ext>
                </a:extLst>
              </a:tr>
              <a:tr h="0">
                <a:tc>
                  <a:txBody>
                    <a:bodyPr/>
                    <a:lstStyle/>
                    <a:p>
                      <a:pPr>
                        <a:buNone/>
                      </a:pPr>
                      <a:r>
                        <a:rPr lang="en-GB"/>
                        <a:t>11242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61.1%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57.9%</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8503433"/>
                  </a:ext>
                </a:extLst>
              </a:tr>
              <a:tr h="0">
                <a:tc>
                  <a:txBody>
                    <a:bodyPr/>
                    <a:lstStyle/>
                    <a:p>
                      <a:pPr>
                        <a:buNone/>
                      </a:pPr>
                      <a:r>
                        <a:rPr lang="en-GB"/>
                        <a:t>20926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74.0%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72.9%</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1359892"/>
                  </a:ext>
                </a:extLst>
              </a:tr>
              <a:tr h="0">
                <a:tc>
                  <a:txBody>
                    <a:bodyPr/>
                    <a:lstStyle/>
                    <a:p>
                      <a:pPr>
                        <a:buNone/>
                      </a:pPr>
                      <a:r>
                        <a:rPr lang="en-GB"/>
                        <a:t>11375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77.1%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73.6%</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4427388"/>
                  </a:ext>
                </a:extLst>
              </a:tr>
              <a:tr h="0">
                <a:tc>
                  <a:txBody>
                    <a:bodyPr/>
                    <a:lstStyle/>
                    <a:p>
                      <a:pPr>
                        <a:buNone/>
                      </a:pPr>
                      <a:r>
                        <a:rPr lang="en-GB" dirty="0"/>
                        <a:t>11352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77.9%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77.9%</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8826379"/>
                  </a:ext>
                </a:extLst>
              </a:tr>
              <a:tr h="0">
                <a:tc>
                  <a:txBody>
                    <a:bodyPr/>
                    <a:lstStyle/>
                    <a:p>
                      <a:pPr>
                        <a:buNone/>
                      </a:pPr>
                      <a:r>
                        <a:rPr lang="en-GB"/>
                        <a:t>11342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81.7%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81.4%</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0171583"/>
                  </a:ext>
                </a:extLst>
              </a:tr>
            </a:tbl>
          </a:graphicData>
        </a:graphic>
      </p:graphicFrame>
      <p:sp>
        <p:nvSpPr>
          <p:cNvPr id="6" name="CuadroTexto 5">
            <a:extLst>
              <a:ext uri="{FF2B5EF4-FFF2-40B4-BE49-F238E27FC236}">
                <a16:creationId xmlns:a16="http://schemas.microsoft.com/office/drawing/2014/main" id="{957F648F-4121-47DF-D623-CD7EBF6959E3}"/>
              </a:ext>
            </a:extLst>
          </p:cNvPr>
          <p:cNvSpPr txBox="1"/>
          <p:nvPr/>
        </p:nvSpPr>
        <p:spPr>
          <a:xfrm>
            <a:off x="2588770" y="1274500"/>
            <a:ext cx="7914345" cy="369332"/>
          </a:xfrm>
          <a:prstGeom prst="rect">
            <a:avLst/>
          </a:prstGeom>
          <a:noFill/>
        </p:spPr>
        <p:txBody>
          <a:bodyPr wrap="square" rtlCol="0">
            <a:spAutoFit/>
          </a:bodyPr>
          <a:lstStyle/>
          <a:p>
            <a:r>
              <a:rPr lang="es-MX" dirty="0" err="1"/>
              <a:t>Increase</a:t>
            </a:r>
            <a:r>
              <a:rPr lang="es-MX" dirty="0"/>
              <a:t> </a:t>
            </a:r>
            <a:r>
              <a:rPr lang="es-MX" dirty="0" err="1"/>
              <a:t>the</a:t>
            </a:r>
            <a:r>
              <a:rPr lang="es-MX" dirty="0"/>
              <a:t> </a:t>
            </a:r>
            <a:r>
              <a:rPr lang="es-MX" dirty="0" err="1"/>
              <a:t>number</a:t>
            </a:r>
            <a:r>
              <a:rPr lang="es-MX" dirty="0"/>
              <a:t> of </a:t>
            </a:r>
            <a:r>
              <a:rPr lang="es-MX" dirty="0" err="1"/>
              <a:t>points</a:t>
            </a:r>
            <a:r>
              <a:rPr lang="es-MX" dirty="0"/>
              <a:t> (NOT ENOUGH, THE STRUCTURE IS DIFFERNTE)</a:t>
            </a:r>
            <a:endParaRPr lang="en-GB" dirty="0"/>
          </a:p>
        </p:txBody>
      </p:sp>
      <p:graphicFrame>
        <p:nvGraphicFramePr>
          <p:cNvPr id="7" name="Tabla 6">
            <a:extLst>
              <a:ext uri="{FF2B5EF4-FFF2-40B4-BE49-F238E27FC236}">
                <a16:creationId xmlns:a16="http://schemas.microsoft.com/office/drawing/2014/main" id="{41EA278C-9E10-134D-A9FC-EAFB857FE34D}"/>
              </a:ext>
            </a:extLst>
          </p:cNvPr>
          <p:cNvGraphicFramePr>
            <a:graphicFrameLocks noGrp="1"/>
          </p:cNvGraphicFramePr>
          <p:nvPr>
            <p:extLst>
              <p:ext uri="{D42A27DB-BD31-4B8C-83A1-F6EECF244321}">
                <p14:modId xmlns:p14="http://schemas.microsoft.com/office/powerpoint/2010/main" val="1233232330"/>
              </p:ext>
            </p:extLst>
          </p:nvPr>
        </p:nvGraphicFramePr>
        <p:xfrm>
          <a:off x="1288142" y="4327985"/>
          <a:ext cx="10515600" cy="1463040"/>
        </p:xfrm>
        <a:graphic>
          <a:graphicData uri="http://schemas.openxmlformats.org/drawingml/2006/table">
            <a:tbl>
              <a:tblPr/>
              <a:tblGrid>
                <a:gridCol w="5257800">
                  <a:extLst>
                    <a:ext uri="{9D8B030D-6E8A-4147-A177-3AD203B41FA5}">
                      <a16:colId xmlns:a16="http://schemas.microsoft.com/office/drawing/2014/main" val="3807799776"/>
                    </a:ext>
                  </a:extLst>
                </a:gridCol>
                <a:gridCol w="5257800">
                  <a:extLst>
                    <a:ext uri="{9D8B030D-6E8A-4147-A177-3AD203B41FA5}">
                      <a16:colId xmlns:a16="http://schemas.microsoft.com/office/drawing/2014/main" val="1002172939"/>
                    </a:ext>
                  </a:extLst>
                </a:gridCol>
              </a:tblGrid>
              <a:tr h="0">
                <a:tc>
                  <a:txBody>
                    <a:bodyPr/>
                    <a:lstStyle/>
                    <a:p>
                      <a:pPr marL="0" algn="l" defTabSz="914400" rtl="0" eaLnBrk="1" latinLnBrk="0" hangingPunct="1">
                        <a:buNone/>
                      </a:pPr>
                      <a:r>
                        <a:rPr lang="en-GB" sz="1800" b="1" kern="1200" dirty="0" err="1">
                          <a:solidFill>
                            <a:schemeClr val="tx1"/>
                          </a:solidFill>
                          <a:latin typeface="+mn-lt"/>
                          <a:ea typeface="+mn-ea"/>
                          <a:cs typeface="+mn-cs"/>
                        </a:rPr>
                        <a:t>failure_type</a:t>
                      </a:r>
                      <a:endParaRPr lang="en-GB"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kern="1200" dirty="0">
                          <a:solidFill>
                            <a:schemeClr val="tx1"/>
                          </a:solidFill>
                          <a:latin typeface="+mn-lt"/>
                          <a:ea typeface="+mn-ea"/>
                          <a:cs typeface="+mn-cs"/>
                        </a:rPr>
                        <a:t>count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3340743"/>
                  </a:ext>
                </a:extLst>
              </a:tr>
              <a:tr h="0">
                <a:tc>
                  <a:txBody>
                    <a:bodyPr/>
                    <a:lstStyle/>
                    <a:p>
                      <a:pPr marL="0" algn="l" defTabSz="914400" rtl="0" eaLnBrk="1" fontAlgn="ctr" latinLnBrk="0" hangingPunct="1">
                        <a:buNone/>
                      </a:pPr>
                      <a:r>
                        <a:rPr lang="en-GB" sz="1800" b="0" kern="1200" dirty="0">
                          <a:solidFill>
                            <a:schemeClr val="tx1"/>
                          </a:solidFill>
                          <a:latin typeface="+mn-lt"/>
                          <a:ea typeface="+mn-ea"/>
                          <a:cs typeface="+mn-cs"/>
                        </a:rPr>
                        <a:t>Target achieved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buNone/>
                      </a:pPr>
                      <a:r>
                        <a:rPr lang="en-GB" sz="1800" b="0" kern="1200" dirty="0">
                          <a:solidFill>
                            <a:schemeClr val="tx1"/>
                          </a:solidFill>
                          <a:latin typeface="+mn-lt"/>
                          <a:ea typeface="+mn-ea"/>
                          <a:cs typeface="+mn-cs"/>
                        </a:rPr>
                        <a:t>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0015220"/>
                  </a:ext>
                </a:extLst>
              </a:tr>
              <a:tr h="0">
                <a:tc>
                  <a:txBody>
                    <a:bodyPr/>
                    <a:lstStyle/>
                    <a:p>
                      <a:pPr marL="0" algn="l" defTabSz="914400" rtl="0" eaLnBrk="1" fontAlgn="ctr" latinLnBrk="0" hangingPunct="1">
                        <a:buNone/>
                      </a:pPr>
                      <a:r>
                        <a:rPr lang="en-GB" sz="1800" b="0" kern="1200" dirty="0">
                          <a:solidFill>
                            <a:schemeClr val="tx1"/>
                          </a:solidFill>
                          <a:latin typeface="+mn-lt"/>
                          <a:ea typeface="+mn-ea"/>
                          <a:cs typeface="+mn-cs"/>
                        </a:rPr>
                        <a:t>Surface/data-limited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buNone/>
                      </a:pPr>
                      <a:r>
                        <a:rPr lang="en-GB" sz="1800" b="0" kern="1200" dirty="0">
                          <a:solidFill>
                            <a:schemeClr val="tx1"/>
                          </a:solidFill>
                          <a:latin typeface="+mn-lt"/>
                          <a:ea typeface="+mn-ea"/>
                          <a:cs typeface="+mn-cs"/>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6885325"/>
                  </a:ext>
                </a:extLst>
              </a:tr>
              <a:tr h="0">
                <a:tc>
                  <a:txBody>
                    <a:bodyPr/>
                    <a:lstStyle/>
                    <a:p>
                      <a:pPr marL="0" algn="l" defTabSz="914400" rtl="0" eaLnBrk="1" fontAlgn="ctr" latinLnBrk="0" hangingPunct="1">
                        <a:buNone/>
                      </a:pPr>
                      <a:r>
                        <a:rPr lang="en-GB" sz="1800" b="0" kern="1200" dirty="0">
                          <a:solidFill>
                            <a:schemeClr val="tx1"/>
                          </a:solidFill>
                          <a:latin typeface="+mn-lt"/>
                          <a:ea typeface="+mn-ea"/>
                          <a:cs typeface="+mn-cs"/>
                        </a:rPr>
                        <a:t>Calibration-limited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buNone/>
                      </a:pPr>
                      <a:r>
                        <a:rPr lang="en-GB" sz="1800" b="0" kern="1200" dirty="0">
                          <a:solidFill>
                            <a:schemeClr val="tx1"/>
                          </a:solidFill>
                          <a:latin typeface="+mn-lt"/>
                          <a:ea typeface="+mn-ea"/>
                          <a:cs typeface="+mn-cs"/>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8016585"/>
                  </a:ext>
                </a:extLst>
              </a:tr>
            </a:tbl>
          </a:graphicData>
        </a:graphic>
      </p:graphicFrame>
    </p:spTree>
    <p:extLst>
      <p:ext uri="{BB962C8B-B14F-4D97-AF65-F5344CB8AC3E}">
        <p14:creationId xmlns:p14="http://schemas.microsoft.com/office/powerpoint/2010/main" val="883299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DD7C7-AC31-D561-A773-C82077D2F35D}"/>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41B6A82E-C6D1-941E-1517-7B40F8DFAAE3}"/>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5DB2D414-ED75-1217-71DF-BDC23E2E7C63}"/>
              </a:ext>
            </a:extLst>
          </p:cNvPr>
          <p:cNvSpPr>
            <a:spLocks noGrp="1"/>
          </p:cNvSpPr>
          <p:nvPr>
            <p:ph type="title"/>
          </p:nvPr>
        </p:nvSpPr>
        <p:spPr>
          <a:xfrm>
            <a:off x="504547" y="376477"/>
            <a:ext cx="9208008" cy="462430"/>
          </a:xfrm>
        </p:spPr>
        <p:txBody>
          <a:bodyPr>
            <a:noAutofit/>
          </a:bodyPr>
          <a:lstStyle/>
          <a:p>
            <a:r>
              <a:rPr lang="es-MX" sz="2400" b="1" dirty="0">
                <a:solidFill>
                  <a:srgbClr val="D24369"/>
                </a:solidFill>
                <a:latin typeface="Arial"/>
                <a:cs typeface="Arial"/>
              </a:rPr>
              <a:t>Next </a:t>
            </a:r>
            <a:r>
              <a:rPr lang="es-MX" sz="2400" b="1" dirty="0" err="1">
                <a:solidFill>
                  <a:srgbClr val="D24369"/>
                </a:solidFill>
                <a:latin typeface="Arial"/>
                <a:cs typeface="Arial"/>
              </a:rPr>
              <a:t>steps</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302394D5-0E66-83E4-C05D-B4237350A1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graphicFrame>
        <p:nvGraphicFramePr>
          <p:cNvPr id="7" name="Tabla 6">
            <a:extLst>
              <a:ext uri="{FF2B5EF4-FFF2-40B4-BE49-F238E27FC236}">
                <a16:creationId xmlns:a16="http://schemas.microsoft.com/office/drawing/2014/main" id="{BCA879E9-1B9B-D61F-5D1B-39F4530F2C02}"/>
              </a:ext>
            </a:extLst>
          </p:cNvPr>
          <p:cNvGraphicFramePr>
            <a:graphicFrameLocks noGrp="1"/>
          </p:cNvGraphicFramePr>
          <p:nvPr>
            <p:extLst>
              <p:ext uri="{D42A27DB-BD31-4B8C-83A1-F6EECF244321}">
                <p14:modId xmlns:p14="http://schemas.microsoft.com/office/powerpoint/2010/main" val="2447246479"/>
              </p:ext>
            </p:extLst>
          </p:nvPr>
        </p:nvGraphicFramePr>
        <p:xfrm>
          <a:off x="1215571" y="1255795"/>
          <a:ext cx="10515600" cy="1463040"/>
        </p:xfrm>
        <a:graphic>
          <a:graphicData uri="http://schemas.openxmlformats.org/drawingml/2006/table">
            <a:tbl>
              <a:tblPr/>
              <a:tblGrid>
                <a:gridCol w="5257800">
                  <a:extLst>
                    <a:ext uri="{9D8B030D-6E8A-4147-A177-3AD203B41FA5}">
                      <a16:colId xmlns:a16="http://schemas.microsoft.com/office/drawing/2014/main" val="3807799776"/>
                    </a:ext>
                  </a:extLst>
                </a:gridCol>
                <a:gridCol w="5257800">
                  <a:extLst>
                    <a:ext uri="{9D8B030D-6E8A-4147-A177-3AD203B41FA5}">
                      <a16:colId xmlns:a16="http://schemas.microsoft.com/office/drawing/2014/main" val="1002172939"/>
                    </a:ext>
                  </a:extLst>
                </a:gridCol>
              </a:tblGrid>
              <a:tr h="0">
                <a:tc>
                  <a:txBody>
                    <a:bodyPr/>
                    <a:lstStyle/>
                    <a:p>
                      <a:pPr marL="0" algn="l" defTabSz="914400" rtl="0" eaLnBrk="1" latinLnBrk="0" hangingPunct="1">
                        <a:buNone/>
                      </a:pPr>
                      <a:r>
                        <a:rPr lang="en-GB" sz="1800" b="1" kern="1200" dirty="0" err="1">
                          <a:solidFill>
                            <a:schemeClr val="tx1"/>
                          </a:solidFill>
                          <a:latin typeface="+mn-lt"/>
                          <a:ea typeface="+mn-ea"/>
                          <a:cs typeface="+mn-cs"/>
                        </a:rPr>
                        <a:t>failure_type</a:t>
                      </a:r>
                      <a:endParaRPr lang="en-GB"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kern="1200" dirty="0">
                          <a:solidFill>
                            <a:schemeClr val="tx1"/>
                          </a:solidFill>
                          <a:latin typeface="+mn-lt"/>
                          <a:ea typeface="+mn-ea"/>
                          <a:cs typeface="+mn-cs"/>
                        </a:rPr>
                        <a:t>count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3340743"/>
                  </a:ext>
                </a:extLst>
              </a:tr>
              <a:tr h="0">
                <a:tc>
                  <a:txBody>
                    <a:bodyPr/>
                    <a:lstStyle/>
                    <a:p>
                      <a:pPr marL="0" algn="l" defTabSz="914400" rtl="0" eaLnBrk="1" fontAlgn="ctr" latinLnBrk="0" hangingPunct="1">
                        <a:buNone/>
                      </a:pPr>
                      <a:r>
                        <a:rPr lang="en-GB" sz="1800" b="0" kern="1200" dirty="0">
                          <a:solidFill>
                            <a:schemeClr val="tx1"/>
                          </a:solidFill>
                          <a:latin typeface="+mn-lt"/>
                          <a:ea typeface="+mn-ea"/>
                          <a:cs typeface="+mn-cs"/>
                        </a:rPr>
                        <a:t>Target achieved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buNone/>
                      </a:pPr>
                      <a:r>
                        <a:rPr lang="en-GB" sz="1800" b="0" kern="1200" dirty="0">
                          <a:solidFill>
                            <a:schemeClr val="tx1"/>
                          </a:solidFill>
                          <a:latin typeface="+mn-lt"/>
                          <a:ea typeface="+mn-ea"/>
                          <a:cs typeface="+mn-cs"/>
                        </a:rPr>
                        <a:t>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0015220"/>
                  </a:ext>
                </a:extLst>
              </a:tr>
              <a:tr h="0">
                <a:tc>
                  <a:txBody>
                    <a:bodyPr/>
                    <a:lstStyle/>
                    <a:p>
                      <a:pPr marL="0" algn="l" defTabSz="914400" rtl="0" eaLnBrk="1" fontAlgn="ctr" latinLnBrk="0" hangingPunct="1">
                        <a:buNone/>
                      </a:pPr>
                      <a:r>
                        <a:rPr lang="en-GB" sz="1800" b="0" kern="1200" dirty="0">
                          <a:solidFill>
                            <a:schemeClr val="tx1"/>
                          </a:solidFill>
                          <a:latin typeface="+mn-lt"/>
                          <a:ea typeface="+mn-ea"/>
                          <a:cs typeface="+mn-cs"/>
                        </a:rPr>
                        <a:t>Surface/data-limited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buNone/>
                      </a:pPr>
                      <a:r>
                        <a:rPr lang="en-GB" sz="1800" b="0" kern="1200" dirty="0">
                          <a:solidFill>
                            <a:schemeClr val="tx1"/>
                          </a:solidFill>
                          <a:latin typeface="+mn-lt"/>
                          <a:ea typeface="+mn-ea"/>
                          <a:cs typeface="+mn-cs"/>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6885325"/>
                  </a:ext>
                </a:extLst>
              </a:tr>
              <a:tr h="0">
                <a:tc>
                  <a:txBody>
                    <a:bodyPr/>
                    <a:lstStyle/>
                    <a:p>
                      <a:pPr marL="0" algn="l" defTabSz="914400" rtl="0" eaLnBrk="1" fontAlgn="ctr" latinLnBrk="0" hangingPunct="1">
                        <a:buNone/>
                      </a:pPr>
                      <a:r>
                        <a:rPr lang="en-GB" sz="1800" b="0" kern="1200" dirty="0">
                          <a:solidFill>
                            <a:schemeClr val="tx1"/>
                          </a:solidFill>
                          <a:latin typeface="+mn-lt"/>
                          <a:ea typeface="+mn-ea"/>
                          <a:cs typeface="+mn-cs"/>
                        </a:rPr>
                        <a:t>Calibration-limited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buNone/>
                      </a:pPr>
                      <a:r>
                        <a:rPr lang="en-GB" sz="1800" b="0" kern="1200" dirty="0">
                          <a:solidFill>
                            <a:schemeClr val="tx1"/>
                          </a:solidFill>
                          <a:latin typeface="+mn-lt"/>
                          <a:ea typeface="+mn-ea"/>
                          <a:cs typeface="+mn-cs"/>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8016585"/>
                  </a:ext>
                </a:extLst>
              </a:tr>
            </a:tbl>
          </a:graphicData>
        </a:graphic>
      </p:graphicFrame>
      <p:graphicFrame>
        <p:nvGraphicFramePr>
          <p:cNvPr id="3" name="Tabla 2">
            <a:extLst>
              <a:ext uri="{FF2B5EF4-FFF2-40B4-BE49-F238E27FC236}">
                <a16:creationId xmlns:a16="http://schemas.microsoft.com/office/drawing/2014/main" id="{52ABE52C-FD19-9A2A-33A1-2E699AFC5C4F}"/>
              </a:ext>
            </a:extLst>
          </p:cNvPr>
          <p:cNvGraphicFramePr>
            <a:graphicFrameLocks noGrp="1"/>
          </p:cNvGraphicFramePr>
          <p:nvPr>
            <p:extLst>
              <p:ext uri="{D42A27DB-BD31-4B8C-83A1-F6EECF244321}">
                <p14:modId xmlns:p14="http://schemas.microsoft.com/office/powerpoint/2010/main" val="819841372"/>
              </p:ext>
            </p:extLst>
          </p:nvPr>
        </p:nvGraphicFramePr>
        <p:xfrm>
          <a:off x="1215571" y="2888169"/>
          <a:ext cx="10515600" cy="3368040"/>
        </p:xfrm>
        <a:graphic>
          <a:graphicData uri="http://schemas.openxmlformats.org/drawingml/2006/table">
            <a:tbl>
              <a:tblPr/>
              <a:tblGrid>
                <a:gridCol w="2628900">
                  <a:extLst>
                    <a:ext uri="{9D8B030D-6E8A-4147-A177-3AD203B41FA5}">
                      <a16:colId xmlns:a16="http://schemas.microsoft.com/office/drawing/2014/main" val="828945010"/>
                    </a:ext>
                  </a:extLst>
                </a:gridCol>
                <a:gridCol w="2628900">
                  <a:extLst>
                    <a:ext uri="{9D8B030D-6E8A-4147-A177-3AD203B41FA5}">
                      <a16:colId xmlns:a16="http://schemas.microsoft.com/office/drawing/2014/main" val="22626767"/>
                    </a:ext>
                  </a:extLst>
                </a:gridCol>
                <a:gridCol w="2628900">
                  <a:extLst>
                    <a:ext uri="{9D8B030D-6E8A-4147-A177-3AD203B41FA5}">
                      <a16:colId xmlns:a16="http://schemas.microsoft.com/office/drawing/2014/main" val="2926685920"/>
                    </a:ext>
                  </a:extLst>
                </a:gridCol>
                <a:gridCol w="2628900">
                  <a:extLst>
                    <a:ext uri="{9D8B030D-6E8A-4147-A177-3AD203B41FA5}">
                      <a16:colId xmlns:a16="http://schemas.microsoft.com/office/drawing/2014/main" val="2039552875"/>
                    </a:ext>
                  </a:extLst>
                </a:gridCol>
              </a:tblGrid>
              <a:tr h="0">
                <a:tc>
                  <a:txBody>
                    <a:bodyPr/>
                    <a:lstStyle/>
                    <a:p>
                      <a:pPr algn="l">
                        <a:buNone/>
                      </a:pPr>
                      <a:r>
                        <a:rPr lang="en-GB" sz="1100" b="1" i="0" dirty="0">
                          <a:solidFill>
                            <a:schemeClr val="tx1"/>
                          </a:solidFill>
                          <a:effectLst/>
                          <a:latin typeface="Google Sans Text"/>
                        </a:rPr>
                        <a:t>collection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GB" sz="1100" b="1" i="0" dirty="0">
                          <a:solidFill>
                            <a:schemeClr val="tx1"/>
                          </a:solidFill>
                          <a:effectLst/>
                          <a:latin typeface="Google Sans Text"/>
                        </a:rPr>
                        <a:t>Calibration-limited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GB" sz="1100" b="1" i="0" dirty="0">
                          <a:solidFill>
                            <a:schemeClr val="tx1"/>
                          </a:solidFill>
                          <a:effectLst/>
                          <a:latin typeface="Google Sans Text"/>
                        </a:rPr>
                        <a:t>Surface/data-limited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GB" sz="1100" b="1" i="0" dirty="0">
                          <a:solidFill>
                            <a:schemeClr val="tx1"/>
                          </a:solidFill>
                          <a:effectLst/>
                          <a:latin typeface="Google Sans Text"/>
                        </a:rPr>
                        <a:t>Target achieved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264886"/>
                  </a:ext>
                </a:extLst>
              </a:tr>
              <a:tr h="0">
                <a:tc>
                  <a:txBody>
                    <a:bodyPr/>
                    <a:lstStyle/>
                    <a:p>
                      <a:pPr algn="l" fontAlgn="ctr">
                        <a:buNone/>
                      </a:pPr>
                      <a:r>
                        <a:rPr lang="en-GB" sz="1100" b="0" i="0" dirty="0">
                          <a:solidFill>
                            <a:schemeClr val="tx1"/>
                          </a:solidFill>
                          <a:effectLst/>
                          <a:highlight>
                            <a:srgbClr val="FFFF00"/>
                          </a:highlight>
                          <a:latin typeface="Google Sans Tex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highlight>
                            <a:srgbClr val="FFFF00"/>
                          </a:highlight>
                          <a:latin typeface="Google Sans Tex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highlight>
                            <a:srgbClr val="FFFF00"/>
                          </a:highlight>
                          <a:latin typeface="Google Sans Tex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highlight>
                            <a:srgbClr val="FFFF00"/>
                          </a:highlight>
                          <a:latin typeface="Google Sans Tex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4295934"/>
                  </a:ext>
                </a:extLst>
              </a:tr>
              <a:tr h="0">
                <a:tc>
                  <a:txBody>
                    <a:bodyPr/>
                    <a:lstStyle/>
                    <a:p>
                      <a:pPr algn="l" fontAlgn="ctr">
                        <a:buNone/>
                      </a:pPr>
                      <a:r>
                        <a:rPr lang="en-GB" sz="1100" b="0" i="0" dirty="0">
                          <a:solidFill>
                            <a:schemeClr val="tx1"/>
                          </a:solidFill>
                          <a:effectLst/>
                          <a:highlight>
                            <a:srgbClr val="FFFF00"/>
                          </a:highlight>
                          <a:latin typeface="Google Sans Tex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highlight>
                            <a:srgbClr val="FFFF00"/>
                          </a:highlight>
                          <a:latin typeface="Google Sans Tex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highlight>
                            <a:srgbClr val="FFFF00"/>
                          </a:highlight>
                          <a:latin typeface="Google Sans Text"/>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highlight>
                            <a:srgbClr val="FFFF00"/>
                          </a:highlight>
                          <a:latin typeface="Google Sans Tex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7690329"/>
                  </a:ext>
                </a:extLst>
              </a:tr>
              <a:tr h="0">
                <a:tc>
                  <a:txBody>
                    <a:bodyPr/>
                    <a:lstStyle/>
                    <a:p>
                      <a:pPr algn="l" fontAlgn="ctr">
                        <a:buNone/>
                      </a:pPr>
                      <a:r>
                        <a:rPr lang="en-GB" sz="1100" b="0" i="0" dirty="0">
                          <a:solidFill>
                            <a:schemeClr val="tx1"/>
                          </a:solidFill>
                          <a:effectLst/>
                          <a:latin typeface="Google Sans Tex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latin typeface="Google Sans Tex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latin typeface="Google Sans Tex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a:solidFill>
                            <a:schemeClr val="tx1"/>
                          </a:solidFill>
                          <a:effectLst/>
                          <a:latin typeface="Google Sans Tex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5577434"/>
                  </a:ext>
                </a:extLst>
              </a:tr>
              <a:tr h="0">
                <a:tc>
                  <a:txBody>
                    <a:bodyPr/>
                    <a:lstStyle/>
                    <a:p>
                      <a:pPr algn="l" fontAlgn="ctr">
                        <a:buNone/>
                      </a:pPr>
                      <a:r>
                        <a:rPr lang="en-GB" sz="1100" b="0" i="0">
                          <a:solidFill>
                            <a:schemeClr val="tx1"/>
                          </a:solidFill>
                          <a:effectLst/>
                          <a:latin typeface="Google Sans Text"/>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a:solidFill>
                            <a:schemeClr val="tx1"/>
                          </a:solidFill>
                          <a:effectLst/>
                          <a:latin typeface="Google Sans Tex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latin typeface="Google Sans Tex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a:solidFill>
                            <a:schemeClr val="tx1"/>
                          </a:solidFill>
                          <a:effectLst/>
                          <a:latin typeface="Google Sans Text"/>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94878647"/>
                  </a:ext>
                </a:extLst>
              </a:tr>
              <a:tr h="0">
                <a:tc>
                  <a:txBody>
                    <a:bodyPr/>
                    <a:lstStyle/>
                    <a:p>
                      <a:pPr algn="l" fontAlgn="ctr">
                        <a:buNone/>
                      </a:pPr>
                      <a:r>
                        <a:rPr lang="en-GB" sz="1100" b="0" i="0">
                          <a:solidFill>
                            <a:schemeClr val="tx1"/>
                          </a:solidFill>
                          <a:effectLst/>
                          <a:latin typeface="Google Sans Text"/>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a:solidFill>
                            <a:schemeClr val="tx1"/>
                          </a:solidFill>
                          <a:effectLst/>
                          <a:latin typeface="Google Sans Tex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a:solidFill>
                            <a:schemeClr val="tx1"/>
                          </a:solidFill>
                          <a:effectLst/>
                          <a:latin typeface="Google Sans Tex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a:solidFill>
                            <a:schemeClr val="tx1"/>
                          </a:solidFill>
                          <a:effectLst/>
                          <a:latin typeface="Google Sans Text"/>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0158333"/>
                  </a:ext>
                </a:extLst>
              </a:tr>
              <a:tr h="0">
                <a:tc>
                  <a:txBody>
                    <a:bodyPr/>
                    <a:lstStyle/>
                    <a:p>
                      <a:pPr algn="l" fontAlgn="ctr">
                        <a:buNone/>
                      </a:pPr>
                      <a:r>
                        <a:rPr lang="en-GB" sz="1100" b="0" i="0">
                          <a:solidFill>
                            <a:schemeClr val="tx1"/>
                          </a:solidFill>
                          <a:effectLst/>
                          <a:latin typeface="Google Sans Text"/>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a:solidFill>
                            <a:schemeClr val="tx1"/>
                          </a:solidFill>
                          <a:effectLst/>
                          <a:latin typeface="Google Sans Tex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latin typeface="Google Sans Tex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latin typeface="Google Sans Tex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3112632"/>
                  </a:ext>
                </a:extLst>
              </a:tr>
              <a:tr h="0">
                <a:tc>
                  <a:txBody>
                    <a:bodyPr/>
                    <a:lstStyle/>
                    <a:p>
                      <a:pPr algn="l" fontAlgn="ctr">
                        <a:buNone/>
                      </a:pPr>
                      <a:r>
                        <a:rPr lang="en-GB" sz="1100" b="0" i="0">
                          <a:solidFill>
                            <a:schemeClr val="tx1"/>
                          </a:solidFill>
                          <a:effectLst/>
                          <a:latin typeface="Google Sans Text"/>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a:solidFill>
                            <a:schemeClr val="tx1"/>
                          </a:solidFill>
                          <a:effectLst/>
                          <a:latin typeface="Google Sans Tex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a:solidFill>
                            <a:schemeClr val="tx1"/>
                          </a:solidFill>
                          <a:effectLst/>
                          <a:latin typeface="Google Sans Tex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latin typeface="Google Sans Tex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7072855"/>
                  </a:ext>
                </a:extLst>
              </a:tr>
              <a:tr h="0">
                <a:tc>
                  <a:txBody>
                    <a:bodyPr/>
                    <a:lstStyle/>
                    <a:p>
                      <a:pPr algn="l" fontAlgn="ctr">
                        <a:buNone/>
                      </a:pPr>
                      <a:r>
                        <a:rPr lang="en-GB" sz="1100" b="0" i="0">
                          <a:solidFill>
                            <a:schemeClr val="tx1"/>
                          </a:solidFill>
                          <a:effectLst/>
                          <a:latin typeface="Google Sans Text"/>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a:solidFill>
                            <a:schemeClr val="tx1"/>
                          </a:solidFill>
                          <a:effectLst/>
                          <a:latin typeface="Google Sans Tex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a:solidFill>
                            <a:schemeClr val="tx1"/>
                          </a:solidFill>
                          <a:effectLst/>
                          <a:latin typeface="Google Sans Tex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latin typeface="Google Sans Text"/>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4834315"/>
                  </a:ext>
                </a:extLst>
              </a:tr>
              <a:tr h="0">
                <a:tc>
                  <a:txBody>
                    <a:bodyPr/>
                    <a:lstStyle/>
                    <a:p>
                      <a:pPr algn="l" fontAlgn="ctr">
                        <a:buNone/>
                      </a:pPr>
                      <a:r>
                        <a:rPr lang="en-GB" sz="1100" b="0" i="0" dirty="0">
                          <a:solidFill>
                            <a:schemeClr val="tx1"/>
                          </a:solidFill>
                          <a:effectLst/>
                          <a:highlight>
                            <a:srgbClr val="FFFF00"/>
                          </a:highlight>
                          <a:latin typeface="Google Sans Text"/>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highlight>
                            <a:srgbClr val="FFFF00"/>
                          </a:highlight>
                          <a:latin typeface="Google Sans Tex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highlight>
                            <a:srgbClr val="FFFF00"/>
                          </a:highlight>
                          <a:latin typeface="Google Sans Text"/>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highlight>
                            <a:srgbClr val="FFFF00"/>
                          </a:highlight>
                          <a:latin typeface="Google Sans Tex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9411403"/>
                  </a:ext>
                </a:extLst>
              </a:tr>
              <a:tr h="0">
                <a:tc>
                  <a:txBody>
                    <a:bodyPr/>
                    <a:lstStyle/>
                    <a:p>
                      <a:pPr algn="l" fontAlgn="ctr">
                        <a:buNone/>
                      </a:pPr>
                      <a:r>
                        <a:rPr lang="en-GB" sz="1100" b="0" i="0">
                          <a:solidFill>
                            <a:schemeClr val="tx1"/>
                          </a:solidFill>
                          <a:effectLst/>
                          <a:latin typeface="Google Sans Text"/>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a:solidFill>
                            <a:schemeClr val="tx1"/>
                          </a:solidFill>
                          <a:effectLst/>
                          <a:latin typeface="Google Sans Tex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latin typeface="Google Sans Tex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latin typeface="Google Sans Text"/>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8099865"/>
                  </a:ext>
                </a:extLst>
              </a:tr>
              <a:tr h="0">
                <a:tc>
                  <a:txBody>
                    <a:bodyPr/>
                    <a:lstStyle/>
                    <a:p>
                      <a:pPr algn="l" fontAlgn="ctr">
                        <a:buNone/>
                      </a:pPr>
                      <a:r>
                        <a:rPr lang="en-GB" sz="1100" b="0" i="0">
                          <a:solidFill>
                            <a:schemeClr val="tx1"/>
                          </a:solidFill>
                          <a:effectLst/>
                          <a:latin typeface="Google Sans Text"/>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a:solidFill>
                            <a:schemeClr val="tx1"/>
                          </a:solidFill>
                          <a:effectLst/>
                          <a:latin typeface="Google Sans Tex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a:solidFill>
                            <a:schemeClr val="tx1"/>
                          </a:solidFill>
                          <a:effectLst/>
                          <a:latin typeface="Google Sans Tex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latin typeface="Google Sans Text"/>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0938999"/>
                  </a:ext>
                </a:extLst>
              </a:tr>
              <a:tr h="0">
                <a:tc>
                  <a:txBody>
                    <a:bodyPr/>
                    <a:lstStyle/>
                    <a:p>
                      <a:pPr algn="l" fontAlgn="ctr">
                        <a:buNone/>
                      </a:pPr>
                      <a:r>
                        <a:rPr lang="en-GB" sz="1100" b="0" i="0" dirty="0">
                          <a:solidFill>
                            <a:schemeClr val="tx1"/>
                          </a:solidFill>
                          <a:effectLst/>
                          <a:latin typeface="Google Sans Text"/>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a:solidFill>
                            <a:schemeClr val="tx1"/>
                          </a:solidFill>
                          <a:effectLst/>
                          <a:latin typeface="Google Sans Tex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a:solidFill>
                            <a:schemeClr val="tx1"/>
                          </a:solidFill>
                          <a:effectLst/>
                          <a:latin typeface="Google Sans Tex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sz="1100" b="0" i="0" dirty="0">
                          <a:solidFill>
                            <a:schemeClr val="tx1"/>
                          </a:solidFill>
                          <a:effectLst/>
                          <a:latin typeface="Google Sans Text"/>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1407310"/>
                  </a:ext>
                </a:extLst>
              </a:tr>
            </a:tbl>
          </a:graphicData>
        </a:graphic>
      </p:graphicFrame>
    </p:spTree>
    <p:extLst>
      <p:ext uri="{BB962C8B-B14F-4D97-AF65-F5344CB8AC3E}">
        <p14:creationId xmlns:p14="http://schemas.microsoft.com/office/powerpoint/2010/main" val="21057422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1AF00-5C7A-6B04-8694-EBA207AEA8AF}"/>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588ABD32-0D77-804C-5F79-08B3DB88A888}"/>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9D09AB41-618B-E8D3-29DA-E6AE40E2D448}"/>
              </a:ext>
            </a:extLst>
          </p:cNvPr>
          <p:cNvSpPr>
            <a:spLocks noGrp="1"/>
          </p:cNvSpPr>
          <p:nvPr>
            <p:ph type="title"/>
          </p:nvPr>
        </p:nvSpPr>
        <p:spPr>
          <a:xfrm>
            <a:off x="504547" y="376477"/>
            <a:ext cx="9208008" cy="462430"/>
          </a:xfrm>
        </p:spPr>
        <p:txBody>
          <a:bodyPr>
            <a:noAutofit/>
          </a:bodyPr>
          <a:lstStyle/>
          <a:p>
            <a:r>
              <a:rPr lang="es-MX" sz="2400" b="1" dirty="0">
                <a:solidFill>
                  <a:srgbClr val="D24369"/>
                </a:solidFill>
                <a:latin typeface="Arial"/>
                <a:cs typeface="Arial"/>
              </a:rPr>
              <a:t>Next </a:t>
            </a:r>
            <a:r>
              <a:rPr lang="es-MX" sz="2400" b="1" dirty="0" err="1">
                <a:solidFill>
                  <a:srgbClr val="D24369"/>
                </a:solidFill>
                <a:latin typeface="Arial"/>
                <a:cs typeface="Arial"/>
              </a:rPr>
              <a:t>steps</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ECB01AA2-56D2-FA7E-0C80-7EF6A13D75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pic>
        <p:nvPicPr>
          <p:cNvPr id="4" name="Imagen 3">
            <a:extLst>
              <a:ext uri="{FF2B5EF4-FFF2-40B4-BE49-F238E27FC236}">
                <a16:creationId xmlns:a16="http://schemas.microsoft.com/office/drawing/2014/main" id="{96A86F6A-8B26-AB8D-B3C0-29C21D5961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1556" y="920112"/>
            <a:ext cx="4319782" cy="5838701"/>
          </a:xfrm>
          <a:prstGeom prst="rect">
            <a:avLst/>
          </a:prstGeom>
        </p:spPr>
      </p:pic>
    </p:spTree>
    <p:extLst>
      <p:ext uri="{BB962C8B-B14F-4D97-AF65-F5344CB8AC3E}">
        <p14:creationId xmlns:p14="http://schemas.microsoft.com/office/powerpoint/2010/main" val="2066124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39F97-4F0F-8748-840A-502D95ECF34D}"/>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CCDB3CF2-D1FE-F2AF-E121-7C435B3B0671}"/>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C816270B-860B-5C3E-FCCD-2EA48004FD42}"/>
              </a:ext>
            </a:extLst>
          </p:cNvPr>
          <p:cNvSpPr>
            <a:spLocks noGrp="1"/>
          </p:cNvSpPr>
          <p:nvPr>
            <p:ph type="title"/>
          </p:nvPr>
        </p:nvSpPr>
        <p:spPr>
          <a:xfrm>
            <a:off x="504547" y="376477"/>
            <a:ext cx="9208008" cy="462430"/>
          </a:xfrm>
        </p:spPr>
        <p:txBody>
          <a:bodyPr>
            <a:noAutofit/>
          </a:bodyPr>
          <a:lstStyle/>
          <a:p>
            <a:r>
              <a:rPr lang="es-MX" sz="2400" b="1" dirty="0">
                <a:solidFill>
                  <a:srgbClr val="D24369"/>
                </a:solidFill>
                <a:latin typeface="Arial"/>
                <a:cs typeface="Arial"/>
              </a:rPr>
              <a:t>Next </a:t>
            </a:r>
            <a:r>
              <a:rPr lang="es-MX" sz="2400" b="1" dirty="0" err="1">
                <a:solidFill>
                  <a:srgbClr val="D24369"/>
                </a:solidFill>
                <a:latin typeface="Arial"/>
                <a:cs typeface="Arial"/>
              </a:rPr>
              <a:t>steps</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B67BE70D-5DE0-0A82-0152-58BD08A219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graphicFrame>
        <p:nvGraphicFramePr>
          <p:cNvPr id="2" name="Tabla 1">
            <a:extLst>
              <a:ext uri="{FF2B5EF4-FFF2-40B4-BE49-F238E27FC236}">
                <a16:creationId xmlns:a16="http://schemas.microsoft.com/office/drawing/2014/main" id="{D698DD52-5F36-BBA1-0A47-2F400114DB26}"/>
              </a:ext>
            </a:extLst>
          </p:cNvPr>
          <p:cNvGraphicFramePr>
            <a:graphicFrameLocks noGrp="1"/>
          </p:cNvGraphicFramePr>
          <p:nvPr>
            <p:extLst>
              <p:ext uri="{D42A27DB-BD31-4B8C-83A1-F6EECF244321}">
                <p14:modId xmlns:p14="http://schemas.microsoft.com/office/powerpoint/2010/main" val="983422454"/>
              </p:ext>
            </p:extLst>
          </p:nvPr>
        </p:nvGraphicFramePr>
        <p:xfrm>
          <a:off x="972028" y="2306993"/>
          <a:ext cx="10515600" cy="3291840"/>
        </p:xfrm>
        <a:graphic>
          <a:graphicData uri="http://schemas.openxmlformats.org/drawingml/2006/table">
            <a:tbl>
              <a:tblPr/>
              <a:tblGrid>
                <a:gridCol w="2103120">
                  <a:extLst>
                    <a:ext uri="{9D8B030D-6E8A-4147-A177-3AD203B41FA5}">
                      <a16:colId xmlns:a16="http://schemas.microsoft.com/office/drawing/2014/main" val="1351733435"/>
                    </a:ext>
                  </a:extLst>
                </a:gridCol>
                <a:gridCol w="2103120">
                  <a:extLst>
                    <a:ext uri="{9D8B030D-6E8A-4147-A177-3AD203B41FA5}">
                      <a16:colId xmlns:a16="http://schemas.microsoft.com/office/drawing/2014/main" val="4086238707"/>
                    </a:ext>
                  </a:extLst>
                </a:gridCol>
                <a:gridCol w="2103120">
                  <a:extLst>
                    <a:ext uri="{9D8B030D-6E8A-4147-A177-3AD203B41FA5}">
                      <a16:colId xmlns:a16="http://schemas.microsoft.com/office/drawing/2014/main" val="2530249095"/>
                    </a:ext>
                  </a:extLst>
                </a:gridCol>
                <a:gridCol w="2103120">
                  <a:extLst>
                    <a:ext uri="{9D8B030D-6E8A-4147-A177-3AD203B41FA5}">
                      <a16:colId xmlns:a16="http://schemas.microsoft.com/office/drawing/2014/main" val="1971611720"/>
                    </a:ext>
                  </a:extLst>
                </a:gridCol>
                <a:gridCol w="2103120">
                  <a:extLst>
                    <a:ext uri="{9D8B030D-6E8A-4147-A177-3AD203B41FA5}">
                      <a16:colId xmlns:a16="http://schemas.microsoft.com/office/drawing/2014/main" val="4222495074"/>
                    </a:ext>
                  </a:extLst>
                </a:gridCol>
              </a:tblGrid>
              <a:tr h="0">
                <a:tc>
                  <a:txBody>
                    <a:bodyPr/>
                    <a:lstStyle/>
                    <a:p>
                      <a:pPr>
                        <a:buNone/>
                      </a:pPr>
                      <a:r>
                        <a:rPr lang="en-GB" b="1" dirty="0"/>
                        <a:t>Calibration layout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Autofocus points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Mean within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Median within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Batches ≥95%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5282207"/>
                  </a:ext>
                </a:extLst>
              </a:tr>
              <a:tr h="0">
                <a:tc>
                  <a:txBody>
                    <a:bodyPr/>
                    <a:lstStyle/>
                    <a:p>
                      <a:pPr>
                        <a:buNone/>
                      </a:pPr>
                      <a:r>
                        <a:rPr lang="en-GB"/>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0 / 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7920425"/>
                  </a:ext>
                </a:extLst>
              </a:tr>
              <a:tr h="0">
                <a:tc>
                  <a:txBody>
                    <a:bodyPr/>
                    <a:lstStyle/>
                    <a:p>
                      <a:pPr>
                        <a:buNone/>
                      </a:pPr>
                      <a:r>
                        <a:rPr lang="en-GB"/>
                        <a:t>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92.33%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92.97%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2 / 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7411131"/>
                  </a:ext>
                </a:extLst>
              </a:tr>
              <a:tr h="0">
                <a:tc>
                  <a:txBody>
                    <a:bodyPr/>
                    <a:lstStyle/>
                    <a:p>
                      <a:pPr>
                        <a:buNone/>
                      </a:pPr>
                      <a:r>
                        <a:rPr lang="en-GB" b="1"/>
                        <a:t>3×4</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12</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93.66%</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94.53%</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7 / 17</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3405688"/>
                  </a:ext>
                </a:extLst>
              </a:tr>
              <a:tr h="0">
                <a:tc>
                  <a:txBody>
                    <a:bodyPr/>
                    <a:lstStyle/>
                    <a:p>
                      <a:pPr>
                        <a:buNone/>
                      </a:pPr>
                      <a:r>
                        <a:rPr lang="en-GB"/>
                        <a:t>5×3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91.81%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94.40%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4 / 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633080"/>
                  </a:ext>
                </a:extLst>
              </a:tr>
              <a:tr h="0">
                <a:tc>
                  <a:txBody>
                    <a:bodyPr/>
                    <a:lstStyle/>
                    <a:p>
                      <a:pPr>
                        <a:buNone/>
                      </a:pPr>
                      <a:r>
                        <a:rPr lang="en-GB" b="1"/>
                        <a:t>3×5</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15</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94.31%</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94.40%</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7 / 17</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4628733"/>
                  </a:ext>
                </a:extLst>
              </a:tr>
              <a:tr h="0">
                <a:tc>
                  <a:txBody>
                    <a:bodyPr/>
                    <a:lstStyle/>
                    <a:p>
                      <a:pPr>
                        <a:buNone/>
                      </a:pPr>
                      <a:r>
                        <a:rPr lang="en-GB"/>
                        <a:t>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93.45%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94.35%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8 / 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8878751"/>
                  </a:ext>
                </a:extLst>
              </a:tr>
              <a:tr h="0">
                <a:tc>
                  <a:txBody>
                    <a:bodyPr/>
                    <a:lstStyle/>
                    <a:p>
                      <a:pPr>
                        <a:buNone/>
                      </a:pPr>
                      <a:r>
                        <a:rPr lang="en-GB" b="1"/>
                        <a:t>5×5</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25</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94.99%</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95.65%</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9 / 17</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0938552"/>
                  </a:ext>
                </a:extLst>
              </a:tr>
              <a:tr h="0">
                <a:tc>
                  <a:txBody>
                    <a:bodyPr/>
                    <a:lstStyle/>
                    <a:p>
                      <a:pPr>
                        <a:buNone/>
                      </a:pPr>
                      <a:r>
                        <a:rPr lang="en-GB" dirty="0"/>
                        <a:t>Full-data quadratic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~140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17 / 17</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8663755"/>
                  </a:ext>
                </a:extLst>
              </a:tr>
            </a:tbl>
          </a:graphicData>
        </a:graphic>
      </p:graphicFrame>
      <p:sp>
        <p:nvSpPr>
          <p:cNvPr id="6" name="CuadroTexto 5">
            <a:extLst>
              <a:ext uri="{FF2B5EF4-FFF2-40B4-BE49-F238E27FC236}">
                <a16:creationId xmlns:a16="http://schemas.microsoft.com/office/drawing/2014/main" id="{890CC9F5-77C9-F7DE-3020-61FCCB71278D}"/>
              </a:ext>
            </a:extLst>
          </p:cNvPr>
          <p:cNvSpPr txBox="1"/>
          <p:nvPr/>
        </p:nvSpPr>
        <p:spPr>
          <a:xfrm>
            <a:off x="880104" y="1404406"/>
            <a:ext cx="10203972" cy="646331"/>
          </a:xfrm>
          <a:prstGeom prst="rect">
            <a:avLst/>
          </a:prstGeom>
          <a:noFill/>
        </p:spPr>
        <p:txBody>
          <a:bodyPr wrap="square">
            <a:spAutoFit/>
          </a:bodyPr>
          <a:lstStyle/>
          <a:p>
            <a:r>
              <a:rPr lang="en-GB" dirty="0"/>
              <a:t>Prediction accuracy depends not only on the number of calibration points, but also on their spatial distribution. Greater coverage along the y-axis consistently improved performance.</a:t>
            </a:r>
          </a:p>
        </p:txBody>
      </p:sp>
    </p:spTree>
    <p:extLst>
      <p:ext uri="{BB962C8B-B14F-4D97-AF65-F5344CB8AC3E}">
        <p14:creationId xmlns:p14="http://schemas.microsoft.com/office/powerpoint/2010/main" val="7020998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6CEE9-C6CD-F251-06FB-69A96221B867}"/>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E31E0B72-00B9-8C29-9C6E-9C8AD17E2C4B}"/>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21177C98-98FA-71FD-1DA6-102F85B200E5}"/>
              </a:ext>
            </a:extLst>
          </p:cNvPr>
          <p:cNvSpPr>
            <a:spLocks noGrp="1"/>
          </p:cNvSpPr>
          <p:nvPr>
            <p:ph type="title"/>
          </p:nvPr>
        </p:nvSpPr>
        <p:spPr>
          <a:xfrm>
            <a:off x="504547" y="376477"/>
            <a:ext cx="9208008" cy="462430"/>
          </a:xfrm>
        </p:spPr>
        <p:txBody>
          <a:bodyPr>
            <a:noAutofit/>
          </a:bodyPr>
          <a:lstStyle/>
          <a:p>
            <a:r>
              <a:rPr lang="es-MX" sz="2400" b="1" dirty="0">
                <a:solidFill>
                  <a:srgbClr val="D24369"/>
                </a:solidFill>
                <a:latin typeface="Arial"/>
                <a:cs typeface="Arial"/>
              </a:rPr>
              <a:t>Next </a:t>
            </a:r>
            <a:r>
              <a:rPr lang="es-MX" sz="2400" b="1" dirty="0" err="1">
                <a:solidFill>
                  <a:srgbClr val="D24369"/>
                </a:solidFill>
                <a:latin typeface="Arial"/>
                <a:cs typeface="Arial"/>
              </a:rPr>
              <a:t>steps</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4A21C36D-5520-A62D-9CAF-8F0D53EE5F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graphicFrame>
        <p:nvGraphicFramePr>
          <p:cNvPr id="3" name="Tabla 2">
            <a:extLst>
              <a:ext uri="{FF2B5EF4-FFF2-40B4-BE49-F238E27FC236}">
                <a16:creationId xmlns:a16="http://schemas.microsoft.com/office/drawing/2014/main" id="{9D24C0BF-DEAA-D16E-1597-52ABC2C4C540}"/>
              </a:ext>
            </a:extLst>
          </p:cNvPr>
          <p:cNvGraphicFramePr>
            <a:graphicFrameLocks noGrp="1"/>
          </p:cNvGraphicFramePr>
          <p:nvPr>
            <p:extLst>
              <p:ext uri="{D42A27DB-BD31-4B8C-83A1-F6EECF244321}">
                <p14:modId xmlns:p14="http://schemas.microsoft.com/office/powerpoint/2010/main" val="572956422"/>
              </p:ext>
            </p:extLst>
          </p:nvPr>
        </p:nvGraphicFramePr>
        <p:xfrm>
          <a:off x="295275" y="2082022"/>
          <a:ext cx="11757202" cy="1828800"/>
        </p:xfrm>
        <a:graphic>
          <a:graphicData uri="http://schemas.openxmlformats.org/drawingml/2006/table">
            <a:tbl>
              <a:tblPr/>
              <a:tblGrid>
                <a:gridCol w="1972152">
                  <a:extLst>
                    <a:ext uri="{9D8B030D-6E8A-4147-A177-3AD203B41FA5}">
                      <a16:colId xmlns:a16="http://schemas.microsoft.com/office/drawing/2014/main" val="3190067172"/>
                    </a:ext>
                  </a:extLst>
                </a:gridCol>
                <a:gridCol w="1957010">
                  <a:extLst>
                    <a:ext uri="{9D8B030D-6E8A-4147-A177-3AD203B41FA5}">
                      <a16:colId xmlns:a16="http://schemas.microsoft.com/office/drawing/2014/main" val="937799636"/>
                    </a:ext>
                  </a:extLst>
                </a:gridCol>
                <a:gridCol w="1957010">
                  <a:extLst>
                    <a:ext uri="{9D8B030D-6E8A-4147-A177-3AD203B41FA5}">
                      <a16:colId xmlns:a16="http://schemas.microsoft.com/office/drawing/2014/main" val="1278897075"/>
                    </a:ext>
                  </a:extLst>
                </a:gridCol>
                <a:gridCol w="1957010">
                  <a:extLst>
                    <a:ext uri="{9D8B030D-6E8A-4147-A177-3AD203B41FA5}">
                      <a16:colId xmlns:a16="http://schemas.microsoft.com/office/drawing/2014/main" val="1924912382"/>
                    </a:ext>
                  </a:extLst>
                </a:gridCol>
                <a:gridCol w="1957010">
                  <a:extLst>
                    <a:ext uri="{9D8B030D-6E8A-4147-A177-3AD203B41FA5}">
                      <a16:colId xmlns:a16="http://schemas.microsoft.com/office/drawing/2014/main" val="3683274109"/>
                    </a:ext>
                  </a:extLst>
                </a:gridCol>
                <a:gridCol w="1957010">
                  <a:extLst>
                    <a:ext uri="{9D8B030D-6E8A-4147-A177-3AD203B41FA5}">
                      <a16:colId xmlns:a16="http://schemas.microsoft.com/office/drawing/2014/main" val="3655448716"/>
                    </a:ext>
                  </a:extLst>
                </a:gridCol>
              </a:tblGrid>
              <a:tr h="0">
                <a:tc>
                  <a:txBody>
                    <a:bodyPr/>
                    <a:lstStyle/>
                    <a:p>
                      <a:pPr>
                        <a:buNone/>
                      </a:pPr>
                      <a:r>
                        <a:rPr lang="en-GB"/>
                        <a:t>Strategy</a:t>
                      </a:r>
                    </a:p>
                  </a:txBody>
                  <a:tcPr anchor="ctr">
                    <a:lnL>
                      <a:noFill/>
                    </a:lnL>
                    <a:lnR>
                      <a:noFill/>
                    </a:lnR>
                    <a:lnT>
                      <a:noFill/>
                    </a:lnT>
                    <a:lnB>
                      <a:noFill/>
                    </a:lnB>
                    <a:noFill/>
                  </a:tcPr>
                </a:tc>
                <a:tc>
                  <a:txBody>
                    <a:bodyPr/>
                    <a:lstStyle/>
                    <a:p>
                      <a:pPr>
                        <a:buNone/>
                      </a:pPr>
                      <a:r>
                        <a:rPr lang="en-GB"/>
                        <a:t>Calibration</a:t>
                      </a:r>
                    </a:p>
                  </a:txBody>
                  <a:tcPr anchor="ctr">
                    <a:lnL>
                      <a:noFill/>
                    </a:lnL>
                    <a:lnR>
                      <a:noFill/>
                    </a:lnR>
                    <a:lnT>
                      <a:noFill/>
                    </a:lnT>
                    <a:lnB>
                      <a:noFill/>
                    </a:lnB>
                    <a:noFill/>
                  </a:tcPr>
                </a:tc>
                <a:tc>
                  <a:txBody>
                    <a:bodyPr/>
                    <a:lstStyle/>
                    <a:p>
                      <a:pPr>
                        <a:buNone/>
                      </a:pPr>
                      <a:r>
                        <a:rPr lang="en-GB"/>
                        <a:t>Mean MAE</a:t>
                      </a:r>
                    </a:p>
                  </a:txBody>
                  <a:tcPr anchor="ctr">
                    <a:lnL>
                      <a:noFill/>
                    </a:lnL>
                    <a:lnR>
                      <a:noFill/>
                    </a:lnR>
                    <a:lnT>
                      <a:noFill/>
                    </a:lnT>
                    <a:lnB>
                      <a:noFill/>
                    </a:lnB>
                    <a:noFill/>
                  </a:tcPr>
                </a:tc>
                <a:tc>
                  <a:txBody>
                    <a:bodyPr/>
                    <a:lstStyle/>
                    <a:p>
                      <a:pPr>
                        <a:buNone/>
                      </a:pPr>
                      <a:r>
                        <a:rPr lang="en-GB"/>
                        <a:t>P95</a:t>
                      </a:r>
                    </a:p>
                  </a:txBody>
                  <a:tcPr anchor="ctr">
                    <a:lnL>
                      <a:noFill/>
                    </a:lnL>
                    <a:lnR>
                      <a:noFill/>
                    </a:lnR>
                    <a:lnT>
                      <a:noFill/>
                    </a:lnT>
                    <a:lnB>
                      <a:noFill/>
                    </a:lnB>
                    <a:noFill/>
                  </a:tcPr>
                </a:tc>
                <a:tc>
                  <a:txBody>
                    <a:bodyPr/>
                    <a:lstStyle/>
                    <a:p>
                      <a:pPr>
                        <a:buNone/>
                      </a:pPr>
                      <a:r>
                        <a:rPr lang="en-GB"/>
                        <a:t>Overall ±3</a:t>
                      </a:r>
                    </a:p>
                  </a:txBody>
                  <a:tcPr anchor="ctr">
                    <a:lnL>
                      <a:noFill/>
                    </a:lnL>
                    <a:lnR>
                      <a:noFill/>
                    </a:lnR>
                    <a:lnT>
                      <a:noFill/>
                    </a:lnT>
                    <a:lnB>
                      <a:noFill/>
                    </a:lnB>
                    <a:noFill/>
                  </a:tcPr>
                </a:tc>
                <a:tc>
                  <a:txBody>
                    <a:bodyPr/>
                    <a:lstStyle/>
                    <a:p>
                      <a:pPr>
                        <a:buNone/>
                      </a:pPr>
                      <a:r>
                        <a:rPr lang="en-GB"/>
                        <a:t>Median batch ±3</a:t>
                      </a:r>
                    </a:p>
                  </a:txBody>
                  <a:tcPr anchor="ctr">
                    <a:lnL>
                      <a:noFill/>
                    </a:lnL>
                    <a:lnR>
                      <a:noFill/>
                    </a:lnR>
                    <a:lnT>
                      <a:noFill/>
                    </a:lnT>
                    <a:lnB>
                      <a:noFill/>
                    </a:lnB>
                    <a:noFill/>
                  </a:tcPr>
                </a:tc>
                <a:extLst>
                  <a:ext uri="{0D108BD9-81ED-4DB2-BD59-A6C34878D82A}">
                    <a16:rowId xmlns:a16="http://schemas.microsoft.com/office/drawing/2014/main" val="2817283554"/>
                  </a:ext>
                </a:extLst>
              </a:tr>
              <a:tr h="0">
                <a:tc>
                  <a:txBody>
                    <a:bodyPr/>
                    <a:lstStyle/>
                    <a:p>
                      <a:pPr>
                        <a:buNone/>
                      </a:pPr>
                      <a:r>
                        <a:rPr lang="en-GB" dirty="0"/>
                        <a:t>Plane</a:t>
                      </a:r>
                    </a:p>
                  </a:txBody>
                  <a:tcPr anchor="ctr">
                    <a:lnL>
                      <a:noFill/>
                    </a:lnL>
                    <a:lnR>
                      <a:noFill/>
                    </a:lnR>
                    <a:lnT>
                      <a:noFill/>
                    </a:lnT>
                    <a:lnB>
                      <a:noFill/>
                    </a:lnB>
                    <a:noFill/>
                  </a:tcPr>
                </a:tc>
                <a:tc>
                  <a:txBody>
                    <a:bodyPr/>
                    <a:lstStyle/>
                    <a:p>
                      <a:pPr>
                        <a:buNone/>
                      </a:pPr>
                      <a:r>
                        <a:rPr lang="en-GB"/>
                        <a:t>5 points</a:t>
                      </a:r>
                    </a:p>
                  </a:txBody>
                  <a:tcPr anchor="ctr">
                    <a:lnL>
                      <a:noFill/>
                    </a:lnL>
                    <a:lnR>
                      <a:noFill/>
                    </a:lnR>
                    <a:lnT>
                      <a:noFill/>
                    </a:lnT>
                    <a:lnB>
                      <a:noFill/>
                    </a:lnB>
                    <a:noFill/>
                  </a:tcPr>
                </a:tc>
                <a:tc>
                  <a:txBody>
                    <a:bodyPr/>
                    <a:lstStyle/>
                    <a:p>
                      <a:pPr>
                        <a:buNone/>
                      </a:pPr>
                      <a:r>
                        <a:rPr lang="en-GB"/>
                        <a:t>1.78</a:t>
                      </a:r>
                    </a:p>
                  </a:txBody>
                  <a:tcPr anchor="ctr">
                    <a:lnL>
                      <a:noFill/>
                    </a:lnL>
                    <a:lnR>
                      <a:noFill/>
                    </a:lnR>
                    <a:lnT>
                      <a:noFill/>
                    </a:lnT>
                    <a:lnB>
                      <a:noFill/>
                    </a:lnB>
                    <a:noFill/>
                  </a:tcPr>
                </a:tc>
                <a:tc>
                  <a:txBody>
                    <a:bodyPr/>
                    <a:lstStyle/>
                    <a:p>
                      <a:pPr>
                        <a:buNone/>
                      </a:pPr>
                      <a:r>
                        <a:rPr lang="en-GB"/>
                        <a:t>4.11</a:t>
                      </a:r>
                    </a:p>
                  </a:txBody>
                  <a:tcPr anchor="ctr">
                    <a:lnL>
                      <a:noFill/>
                    </a:lnL>
                    <a:lnR>
                      <a:noFill/>
                    </a:lnR>
                    <a:lnT>
                      <a:noFill/>
                    </a:lnT>
                    <a:lnB>
                      <a:noFill/>
                    </a:lnB>
                    <a:noFill/>
                  </a:tcPr>
                </a:tc>
                <a:tc>
                  <a:txBody>
                    <a:bodyPr/>
                    <a:lstStyle/>
                    <a:p>
                      <a:pPr>
                        <a:buNone/>
                      </a:pPr>
                      <a:r>
                        <a:rPr lang="en-GB" b="1"/>
                        <a:t>82.45%</a:t>
                      </a:r>
                      <a:endParaRPr lang="en-GB"/>
                    </a:p>
                  </a:txBody>
                  <a:tcPr anchor="ctr">
                    <a:lnL>
                      <a:noFill/>
                    </a:lnL>
                    <a:lnR>
                      <a:noFill/>
                    </a:lnR>
                    <a:lnT>
                      <a:noFill/>
                    </a:lnT>
                    <a:lnB>
                      <a:noFill/>
                    </a:lnB>
                    <a:noFill/>
                  </a:tcPr>
                </a:tc>
                <a:tc>
                  <a:txBody>
                    <a:bodyPr/>
                    <a:lstStyle/>
                    <a:p>
                      <a:pPr>
                        <a:buNone/>
                      </a:pPr>
                      <a:r>
                        <a:rPr lang="en-GB"/>
                        <a:t>88.15%</a:t>
                      </a:r>
                    </a:p>
                  </a:txBody>
                  <a:tcPr anchor="ctr">
                    <a:lnL>
                      <a:noFill/>
                    </a:lnL>
                    <a:lnR>
                      <a:noFill/>
                    </a:lnR>
                    <a:lnT>
                      <a:noFill/>
                    </a:lnT>
                    <a:lnB>
                      <a:noFill/>
                    </a:lnB>
                    <a:noFill/>
                  </a:tcPr>
                </a:tc>
                <a:extLst>
                  <a:ext uri="{0D108BD9-81ED-4DB2-BD59-A6C34878D82A}">
                    <a16:rowId xmlns:a16="http://schemas.microsoft.com/office/drawing/2014/main" val="2147930427"/>
                  </a:ext>
                </a:extLst>
              </a:tr>
              <a:tr h="0">
                <a:tc>
                  <a:txBody>
                    <a:bodyPr/>
                    <a:lstStyle/>
                    <a:p>
                      <a:pPr>
                        <a:buNone/>
                      </a:pPr>
                      <a:r>
                        <a:rPr lang="en-GB"/>
                        <a:t>Quadratic</a:t>
                      </a:r>
                    </a:p>
                  </a:txBody>
                  <a:tcPr anchor="ctr">
                    <a:lnL>
                      <a:noFill/>
                    </a:lnL>
                    <a:lnR>
                      <a:noFill/>
                    </a:lnR>
                    <a:lnT>
                      <a:noFill/>
                    </a:lnT>
                    <a:lnB>
                      <a:noFill/>
                    </a:lnB>
                    <a:noFill/>
                  </a:tcPr>
                </a:tc>
                <a:tc>
                  <a:txBody>
                    <a:bodyPr/>
                    <a:lstStyle/>
                    <a:p>
                      <a:pPr>
                        <a:buNone/>
                      </a:pPr>
                      <a:r>
                        <a:rPr lang="en-GB"/>
                        <a:t>9 points</a:t>
                      </a:r>
                    </a:p>
                  </a:txBody>
                  <a:tcPr anchor="ctr">
                    <a:lnL>
                      <a:noFill/>
                    </a:lnL>
                    <a:lnR>
                      <a:noFill/>
                    </a:lnR>
                    <a:lnT>
                      <a:noFill/>
                    </a:lnT>
                    <a:lnB>
                      <a:noFill/>
                    </a:lnB>
                    <a:noFill/>
                  </a:tcPr>
                </a:tc>
                <a:tc>
                  <a:txBody>
                    <a:bodyPr/>
                    <a:lstStyle/>
                    <a:p>
                      <a:pPr>
                        <a:buNone/>
                      </a:pPr>
                      <a:r>
                        <a:rPr lang="en-GB"/>
                        <a:t>1.20</a:t>
                      </a:r>
                    </a:p>
                  </a:txBody>
                  <a:tcPr anchor="ctr">
                    <a:lnL>
                      <a:noFill/>
                    </a:lnL>
                    <a:lnR>
                      <a:noFill/>
                    </a:lnR>
                    <a:lnT>
                      <a:noFill/>
                    </a:lnT>
                    <a:lnB>
                      <a:noFill/>
                    </a:lnB>
                    <a:noFill/>
                  </a:tcPr>
                </a:tc>
                <a:tc>
                  <a:txBody>
                    <a:bodyPr/>
                    <a:lstStyle/>
                    <a:p>
                      <a:pPr>
                        <a:buNone/>
                      </a:pPr>
                      <a:r>
                        <a:rPr lang="en-GB"/>
                        <a:t>3.15</a:t>
                      </a:r>
                    </a:p>
                  </a:txBody>
                  <a:tcPr anchor="ctr">
                    <a:lnL>
                      <a:noFill/>
                    </a:lnL>
                    <a:lnR>
                      <a:noFill/>
                    </a:lnR>
                    <a:lnT>
                      <a:noFill/>
                    </a:lnT>
                    <a:lnB>
                      <a:noFill/>
                    </a:lnB>
                    <a:noFill/>
                  </a:tcPr>
                </a:tc>
                <a:tc>
                  <a:txBody>
                    <a:bodyPr/>
                    <a:lstStyle/>
                    <a:p>
                      <a:pPr>
                        <a:buNone/>
                      </a:pPr>
                      <a:r>
                        <a:rPr lang="en-GB" b="1"/>
                        <a:t>92.39%</a:t>
                      </a:r>
                      <a:endParaRPr lang="en-GB"/>
                    </a:p>
                  </a:txBody>
                  <a:tcPr anchor="ctr">
                    <a:lnL>
                      <a:noFill/>
                    </a:lnL>
                    <a:lnR>
                      <a:noFill/>
                    </a:lnR>
                    <a:lnT>
                      <a:noFill/>
                    </a:lnT>
                    <a:lnB>
                      <a:noFill/>
                    </a:lnB>
                    <a:noFill/>
                  </a:tcPr>
                </a:tc>
                <a:tc>
                  <a:txBody>
                    <a:bodyPr/>
                    <a:lstStyle/>
                    <a:p>
                      <a:pPr>
                        <a:buNone/>
                      </a:pPr>
                      <a:r>
                        <a:rPr lang="en-GB"/>
                        <a:t>97.71%</a:t>
                      </a:r>
                    </a:p>
                  </a:txBody>
                  <a:tcPr anchor="ctr">
                    <a:lnL>
                      <a:noFill/>
                    </a:lnL>
                    <a:lnR>
                      <a:noFill/>
                    </a:lnR>
                    <a:lnT>
                      <a:noFill/>
                    </a:lnT>
                    <a:lnB>
                      <a:noFill/>
                    </a:lnB>
                    <a:noFill/>
                  </a:tcPr>
                </a:tc>
                <a:extLst>
                  <a:ext uri="{0D108BD9-81ED-4DB2-BD59-A6C34878D82A}">
                    <a16:rowId xmlns:a16="http://schemas.microsoft.com/office/drawing/2014/main" val="1400402960"/>
                  </a:ext>
                </a:extLst>
              </a:tr>
              <a:tr h="0">
                <a:tc>
                  <a:txBody>
                    <a:bodyPr/>
                    <a:lstStyle/>
                    <a:p>
                      <a:pPr>
                        <a:buNone/>
                      </a:pPr>
                      <a:r>
                        <a:rPr lang="en-GB" b="1" dirty="0"/>
                        <a:t>Quadratic</a:t>
                      </a:r>
                      <a:endParaRPr lang="en-GB" dirty="0"/>
                    </a:p>
                  </a:txBody>
                  <a:tcPr anchor="ctr">
                    <a:lnL>
                      <a:noFill/>
                    </a:lnL>
                    <a:lnR>
                      <a:noFill/>
                    </a:lnR>
                    <a:lnT>
                      <a:noFill/>
                    </a:lnT>
                    <a:lnB>
                      <a:noFill/>
                    </a:lnB>
                    <a:noFill/>
                  </a:tcPr>
                </a:tc>
                <a:tc>
                  <a:txBody>
                    <a:bodyPr/>
                    <a:lstStyle/>
                    <a:p>
                      <a:pPr>
                        <a:buNone/>
                      </a:pPr>
                      <a:r>
                        <a:rPr lang="en-GB" b="1"/>
                        <a:t>25 points</a:t>
                      </a:r>
                      <a:endParaRPr lang="en-GB"/>
                    </a:p>
                  </a:txBody>
                  <a:tcPr anchor="ctr">
                    <a:lnL>
                      <a:noFill/>
                    </a:lnL>
                    <a:lnR>
                      <a:noFill/>
                    </a:lnR>
                    <a:lnT>
                      <a:noFill/>
                    </a:lnT>
                    <a:lnB>
                      <a:noFill/>
                    </a:lnB>
                    <a:noFill/>
                  </a:tcPr>
                </a:tc>
                <a:tc>
                  <a:txBody>
                    <a:bodyPr/>
                    <a:lstStyle/>
                    <a:p>
                      <a:pPr>
                        <a:buNone/>
                      </a:pPr>
                      <a:r>
                        <a:rPr lang="en-GB" b="1"/>
                        <a:t>1.05</a:t>
                      </a:r>
                      <a:endParaRPr lang="en-GB"/>
                    </a:p>
                  </a:txBody>
                  <a:tcPr anchor="ctr">
                    <a:lnL>
                      <a:noFill/>
                    </a:lnL>
                    <a:lnR>
                      <a:noFill/>
                    </a:lnR>
                    <a:lnT>
                      <a:noFill/>
                    </a:lnT>
                    <a:lnB>
                      <a:noFill/>
                    </a:lnB>
                    <a:noFill/>
                  </a:tcPr>
                </a:tc>
                <a:tc>
                  <a:txBody>
                    <a:bodyPr/>
                    <a:lstStyle/>
                    <a:p>
                      <a:pPr>
                        <a:buNone/>
                      </a:pPr>
                      <a:r>
                        <a:rPr lang="en-GB" b="1"/>
                        <a:t>2.67</a:t>
                      </a:r>
                      <a:endParaRPr lang="en-GB"/>
                    </a:p>
                  </a:txBody>
                  <a:tcPr anchor="ctr">
                    <a:lnL>
                      <a:noFill/>
                    </a:lnL>
                    <a:lnR>
                      <a:noFill/>
                    </a:lnR>
                    <a:lnT>
                      <a:noFill/>
                    </a:lnT>
                    <a:lnB>
                      <a:noFill/>
                    </a:lnB>
                    <a:noFill/>
                  </a:tcPr>
                </a:tc>
                <a:tc>
                  <a:txBody>
                    <a:bodyPr/>
                    <a:lstStyle/>
                    <a:p>
                      <a:pPr>
                        <a:buNone/>
                      </a:pPr>
                      <a:r>
                        <a:rPr lang="en-GB" b="1" dirty="0"/>
                        <a:t>94.68%</a:t>
                      </a:r>
                      <a:endParaRPr lang="en-GB" dirty="0"/>
                    </a:p>
                  </a:txBody>
                  <a:tcPr anchor="ctr">
                    <a:lnL>
                      <a:noFill/>
                    </a:lnL>
                    <a:lnR>
                      <a:noFill/>
                    </a:lnR>
                    <a:lnT>
                      <a:noFill/>
                    </a:lnT>
                    <a:lnB>
                      <a:noFill/>
                    </a:lnB>
                    <a:noFill/>
                  </a:tcPr>
                </a:tc>
                <a:tc>
                  <a:txBody>
                    <a:bodyPr/>
                    <a:lstStyle/>
                    <a:p>
                      <a:pPr>
                        <a:buNone/>
                      </a:pPr>
                      <a:r>
                        <a:rPr lang="en-GB" b="1"/>
                        <a:t>99.13%</a:t>
                      </a:r>
                      <a:endParaRPr lang="en-GB"/>
                    </a:p>
                  </a:txBody>
                  <a:tcPr anchor="ctr">
                    <a:lnL>
                      <a:noFill/>
                    </a:lnL>
                    <a:lnR>
                      <a:noFill/>
                    </a:lnR>
                    <a:lnT>
                      <a:noFill/>
                    </a:lnT>
                    <a:lnB>
                      <a:noFill/>
                    </a:lnB>
                    <a:noFill/>
                  </a:tcPr>
                </a:tc>
                <a:extLst>
                  <a:ext uri="{0D108BD9-81ED-4DB2-BD59-A6C34878D82A}">
                    <a16:rowId xmlns:a16="http://schemas.microsoft.com/office/drawing/2014/main" val="328225071"/>
                  </a:ext>
                </a:extLst>
              </a:tr>
              <a:tr h="0">
                <a:tc>
                  <a:txBody>
                    <a:bodyPr/>
                    <a:lstStyle/>
                    <a:p>
                      <a:pPr>
                        <a:buNone/>
                      </a:pPr>
                      <a:r>
                        <a:rPr lang="en-GB"/>
                        <a:t>Quadratic Oracle</a:t>
                      </a:r>
                    </a:p>
                  </a:txBody>
                  <a:tcPr anchor="ctr">
                    <a:lnL>
                      <a:noFill/>
                    </a:lnL>
                    <a:lnR>
                      <a:noFill/>
                    </a:lnR>
                    <a:lnT>
                      <a:noFill/>
                    </a:lnT>
                    <a:lnB>
                      <a:noFill/>
                    </a:lnB>
                    <a:noFill/>
                  </a:tcPr>
                </a:tc>
                <a:tc>
                  <a:txBody>
                    <a:bodyPr/>
                    <a:lstStyle/>
                    <a:p>
                      <a:pPr>
                        <a:buNone/>
                      </a:pPr>
                      <a:r>
                        <a:rPr lang="en-GB"/>
                        <a:t>~140</a:t>
                      </a:r>
                    </a:p>
                  </a:txBody>
                  <a:tcPr anchor="ctr">
                    <a:lnL>
                      <a:noFill/>
                    </a:lnL>
                    <a:lnR>
                      <a:noFill/>
                    </a:lnR>
                    <a:lnT>
                      <a:noFill/>
                    </a:lnT>
                    <a:lnB>
                      <a:noFill/>
                    </a:lnB>
                    <a:noFill/>
                  </a:tcPr>
                </a:tc>
                <a:tc>
                  <a:txBody>
                    <a:bodyPr/>
                    <a:lstStyle/>
                    <a:p>
                      <a:pPr>
                        <a:buNone/>
                      </a:pPr>
                      <a:r>
                        <a:rPr lang="en-GB"/>
                        <a:t>0.97</a:t>
                      </a:r>
                    </a:p>
                  </a:txBody>
                  <a:tcPr anchor="ctr">
                    <a:lnL>
                      <a:noFill/>
                    </a:lnL>
                    <a:lnR>
                      <a:noFill/>
                    </a:lnR>
                    <a:lnT>
                      <a:noFill/>
                    </a:lnT>
                    <a:lnB>
                      <a:noFill/>
                    </a:lnB>
                    <a:noFill/>
                  </a:tcPr>
                </a:tc>
                <a:tc>
                  <a:txBody>
                    <a:bodyPr/>
                    <a:lstStyle/>
                    <a:p>
                      <a:pPr>
                        <a:buNone/>
                      </a:pPr>
                      <a:r>
                        <a:rPr lang="en-GB"/>
                        <a:t>2.35</a:t>
                      </a:r>
                    </a:p>
                  </a:txBody>
                  <a:tcPr anchor="ctr">
                    <a:lnL>
                      <a:noFill/>
                    </a:lnL>
                    <a:lnR>
                      <a:noFill/>
                    </a:lnR>
                    <a:lnT>
                      <a:noFill/>
                    </a:lnT>
                    <a:lnB>
                      <a:noFill/>
                    </a:lnB>
                    <a:noFill/>
                  </a:tcPr>
                </a:tc>
                <a:tc>
                  <a:txBody>
                    <a:bodyPr/>
                    <a:lstStyle/>
                    <a:p>
                      <a:pPr>
                        <a:buNone/>
                      </a:pPr>
                      <a:r>
                        <a:rPr lang="en-GB" dirty="0"/>
                        <a:t>~95.78%</a:t>
                      </a:r>
                    </a:p>
                  </a:txBody>
                  <a:tcPr anchor="ctr">
                    <a:lnL>
                      <a:noFill/>
                    </a:lnL>
                    <a:lnR>
                      <a:noFill/>
                    </a:lnR>
                    <a:lnT>
                      <a:noFill/>
                    </a:lnT>
                    <a:lnB>
                      <a:noFill/>
                    </a:lnB>
                    <a:noFill/>
                  </a:tcPr>
                </a:tc>
                <a:tc>
                  <a:txBody>
                    <a:bodyPr/>
                    <a:lstStyle/>
                    <a:p>
                      <a:pPr>
                        <a:buNone/>
                      </a:pPr>
                      <a:r>
                        <a:rPr lang="en-GB" dirty="0"/>
                        <a:t>99.29%</a:t>
                      </a:r>
                    </a:p>
                  </a:txBody>
                  <a:tcPr anchor="ctr">
                    <a:lnL>
                      <a:noFill/>
                    </a:lnL>
                    <a:lnR>
                      <a:noFill/>
                    </a:lnR>
                    <a:lnT>
                      <a:noFill/>
                    </a:lnT>
                    <a:lnB>
                      <a:noFill/>
                    </a:lnB>
                    <a:noFill/>
                  </a:tcPr>
                </a:tc>
                <a:extLst>
                  <a:ext uri="{0D108BD9-81ED-4DB2-BD59-A6C34878D82A}">
                    <a16:rowId xmlns:a16="http://schemas.microsoft.com/office/drawing/2014/main" val="4001815394"/>
                  </a:ext>
                </a:extLst>
              </a:tr>
            </a:tbl>
          </a:graphicData>
        </a:graphic>
      </p:graphicFrame>
    </p:spTree>
    <p:extLst>
      <p:ext uri="{BB962C8B-B14F-4D97-AF65-F5344CB8AC3E}">
        <p14:creationId xmlns:p14="http://schemas.microsoft.com/office/powerpoint/2010/main" val="1888000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2B47C-51F6-40B2-76F5-23E634B038D6}"/>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4EF15B2C-E62A-E314-A667-9347821175FB}"/>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B2C3FE01-171B-511D-039A-5250013207E0}"/>
              </a:ext>
            </a:extLst>
          </p:cNvPr>
          <p:cNvSpPr>
            <a:spLocks noGrp="1"/>
          </p:cNvSpPr>
          <p:nvPr>
            <p:ph type="title"/>
          </p:nvPr>
        </p:nvSpPr>
        <p:spPr>
          <a:xfrm>
            <a:off x="504547" y="376477"/>
            <a:ext cx="9208008" cy="462430"/>
          </a:xfrm>
        </p:spPr>
        <p:txBody>
          <a:bodyPr>
            <a:noAutofit/>
          </a:bodyPr>
          <a:lstStyle/>
          <a:p>
            <a:r>
              <a:rPr lang="es-MX" sz="2400" b="1" dirty="0">
                <a:solidFill>
                  <a:srgbClr val="D24369"/>
                </a:solidFill>
                <a:latin typeface="Arial"/>
                <a:cs typeface="Arial"/>
              </a:rPr>
              <a:t>Next </a:t>
            </a:r>
            <a:r>
              <a:rPr lang="es-MX" sz="2400" b="1" dirty="0" err="1">
                <a:solidFill>
                  <a:srgbClr val="D24369"/>
                </a:solidFill>
                <a:latin typeface="Arial"/>
                <a:cs typeface="Arial"/>
              </a:rPr>
              <a:t>steps</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8FB2D079-19A5-125D-B4AE-A4A0BFA510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graphicFrame>
        <p:nvGraphicFramePr>
          <p:cNvPr id="2" name="Tabla 1">
            <a:extLst>
              <a:ext uri="{FF2B5EF4-FFF2-40B4-BE49-F238E27FC236}">
                <a16:creationId xmlns:a16="http://schemas.microsoft.com/office/drawing/2014/main" id="{A9461425-02D4-B8A4-9493-02DA9ADA99F5}"/>
              </a:ext>
            </a:extLst>
          </p:cNvPr>
          <p:cNvGraphicFramePr>
            <a:graphicFrameLocks noGrp="1"/>
          </p:cNvGraphicFramePr>
          <p:nvPr>
            <p:extLst>
              <p:ext uri="{D42A27DB-BD31-4B8C-83A1-F6EECF244321}">
                <p14:modId xmlns:p14="http://schemas.microsoft.com/office/powerpoint/2010/main" val="1913174236"/>
              </p:ext>
            </p:extLst>
          </p:nvPr>
        </p:nvGraphicFramePr>
        <p:xfrm>
          <a:off x="1580632" y="1670808"/>
          <a:ext cx="9623152" cy="4351334"/>
        </p:xfrm>
        <a:graphic>
          <a:graphicData uri="http://schemas.openxmlformats.org/drawingml/2006/table">
            <a:tbl>
              <a:tblPr/>
              <a:tblGrid>
                <a:gridCol w="4811576">
                  <a:extLst>
                    <a:ext uri="{9D8B030D-6E8A-4147-A177-3AD203B41FA5}">
                      <a16:colId xmlns:a16="http://schemas.microsoft.com/office/drawing/2014/main" val="3083715521"/>
                    </a:ext>
                  </a:extLst>
                </a:gridCol>
                <a:gridCol w="4811576">
                  <a:extLst>
                    <a:ext uri="{9D8B030D-6E8A-4147-A177-3AD203B41FA5}">
                      <a16:colId xmlns:a16="http://schemas.microsoft.com/office/drawing/2014/main" val="1516245825"/>
                    </a:ext>
                  </a:extLst>
                </a:gridCol>
              </a:tblGrid>
              <a:tr h="334718">
                <a:tc>
                  <a:txBody>
                    <a:bodyPr/>
                    <a:lstStyle/>
                    <a:p>
                      <a:pPr>
                        <a:buNone/>
                      </a:pPr>
                      <a:r>
                        <a:rPr lang="en-GB" sz="1600" b="1" dirty="0"/>
                        <a:t>Collection</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dirty="0"/>
                        <a:t>Mean ±3</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835547"/>
                  </a:ext>
                </a:extLst>
              </a:tr>
              <a:tr h="334718">
                <a:tc>
                  <a:txBody>
                    <a:bodyPr/>
                    <a:lstStyle/>
                    <a:p>
                      <a:pPr>
                        <a:buNone/>
                      </a:pPr>
                      <a:r>
                        <a:rPr lang="en-GB" sz="1600"/>
                        <a:t>4</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88.96%</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7960294"/>
                  </a:ext>
                </a:extLst>
              </a:tr>
              <a:tr h="334718">
                <a:tc>
                  <a:txBody>
                    <a:bodyPr/>
                    <a:lstStyle/>
                    <a:p>
                      <a:pPr>
                        <a:buNone/>
                      </a:pPr>
                      <a:r>
                        <a:rPr lang="en-GB" sz="1600"/>
                        <a:t>5</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84.78%</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9942443"/>
                  </a:ext>
                </a:extLst>
              </a:tr>
              <a:tr h="334718">
                <a:tc>
                  <a:txBody>
                    <a:bodyPr/>
                    <a:lstStyle/>
                    <a:p>
                      <a:pPr>
                        <a:buNone/>
                      </a:pPr>
                      <a:r>
                        <a:rPr lang="en-GB" sz="1600"/>
                        <a:t>6</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a:t>95.46%</a:t>
                      </a:r>
                      <a:endParaRPr lang="en-GB"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3817800"/>
                  </a:ext>
                </a:extLst>
              </a:tr>
              <a:tr h="334718">
                <a:tc>
                  <a:txBody>
                    <a:bodyPr/>
                    <a:lstStyle/>
                    <a:p>
                      <a:pPr>
                        <a:buNone/>
                      </a:pPr>
                      <a:r>
                        <a:rPr lang="en-GB" sz="1600"/>
                        <a:t>7</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a:t>98.26%</a:t>
                      </a:r>
                      <a:endParaRPr lang="en-GB"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0984338"/>
                  </a:ext>
                </a:extLst>
              </a:tr>
              <a:tr h="334718">
                <a:tc>
                  <a:txBody>
                    <a:bodyPr/>
                    <a:lstStyle/>
                    <a:p>
                      <a:pPr>
                        <a:buNone/>
                      </a:pPr>
                      <a:r>
                        <a:rPr lang="en-GB" sz="1600"/>
                        <a:t>8</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a:t>98.35%</a:t>
                      </a:r>
                      <a:endParaRPr lang="en-GB"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3830581"/>
                  </a:ext>
                </a:extLst>
              </a:tr>
              <a:tr h="334718">
                <a:tc>
                  <a:txBody>
                    <a:bodyPr/>
                    <a:lstStyle/>
                    <a:p>
                      <a:pPr>
                        <a:buNone/>
                      </a:pPr>
                      <a:r>
                        <a:rPr lang="en-GB" sz="1600"/>
                        <a:t>9</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a:t>96.61%</a:t>
                      </a:r>
                      <a:endParaRPr lang="en-GB"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38291"/>
                  </a:ext>
                </a:extLst>
              </a:tr>
              <a:tr h="334718">
                <a:tc>
                  <a:txBody>
                    <a:bodyPr/>
                    <a:lstStyle/>
                    <a:p>
                      <a:pPr>
                        <a:buNone/>
                      </a:pPr>
                      <a:r>
                        <a:rPr lang="en-GB" sz="1600"/>
                        <a:t>10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a:t>96.00%</a:t>
                      </a:r>
                      <a:endParaRPr lang="en-GB"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9964827"/>
                  </a:ext>
                </a:extLst>
              </a:tr>
              <a:tr h="334718">
                <a:tc>
                  <a:txBody>
                    <a:bodyPr/>
                    <a:lstStyle/>
                    <a:p>
                      <a:pPr>
                        <a:buNone/>
                      </a:pPr>
                      <a:r>
                        <a:rPr lang="en-GB" sz="1600"/>
                        <a:t>11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a:t>97.22%</a:t>
                      </a:r>
                      <a:endParaRPr lang="en-GB"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8759972"/>
                  </a:ext>
                </a:extLst>
              </a:tr>
              <a:tr h="334718">
                <a:tc>
                  <a:txBody>
                    <a:bodyPr/>
                    <a:lstStyle/>
                    <a:p>
                      <a:pPr>
                        <a:buNone/>
                      </a:pPr>
                      <a:r>
                        <a:rPr lang="en-GB" sz="1600"/>
                        <a:t>12</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88.61%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0662800"/>
                  </a:ext>
                </a:extLst>
              </a:tr>
              <a:tr h="334718">
                <a:tc>
                  <a:txBody>
                    <a:bodyPr/>
                    <a:lstStyle/>
                    <a:p>
                      <a:pPr>
                        <a:buNone/>
                      </a:pPr>
                      <a:r>
                        <a:rPr lang="en-GB" sz="1600"/>
                        <a:t>13</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a:t>97.57%</a:t>
                      </a:r>
                      <a:endParaRPr lang="en-GB"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3288836"/>
                  </a:ext>
                </a:extLst>
              </a:tr>
              <a:tr h="334718">
                <a:tc>
                  <a:txBody>
                    <a:bodyPr/>
                    <a:lstStyle/>
                    <a:p>
                      <a:pPr>
                        <a:buNone/>
                      </a:pPr>
                      <a:r>
                        <a:rPr lang="en-GB" sz="1600"/>
                        <a:t>14</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a:t>98.00%</a:t>
                      </a:r>
                      <a:endParaRPr lang="en-GB"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4406171"/>
                  </a:ext>
                </a:extLst>
              </a:tr>
              <a:tr h="334718">
                <a:tc>
                  <a:txBody>
                    <a:bodyPr/>
                    <a:lstStyle/>
                    <a:p>
                      <a:pPr>
                        <a:buNone/>
                      </a:pPr>
                      <a:r>
                        <a:rPr lang="en-GB" sz="1600"/>
                        <a:t>15</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dirty="0"/>
                        <a:t>96.52%</a:t>
                      </a:r>
                      <a:endParaRPr lang="en-GB" sz="1600" dirty="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9136210"/>
                  </a:ext>
                </a:extLst>
              </a:tr>
            </a:tbl>
          </a:graphicData>
        </a:graphic>
      </p:graphicFrame>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FE8A6DF7-DF1E-AA26-49E7-1BCE5C57BB8D}"/>
                  </a:ext>
                </a:extLst>
              </p:cNvPr>
              <p:cNvSpPr txBox="1"/>
              <p:nvPr/>
            </p:nvSpPr>
            <p:spPr>
              <a:xfrm>
                <a:off x="3270553" y="1088143"/>
                <a:ext cx="6096000" cy="459165"/>
              </a:xfrm>
              <a:prstGeom prst="rect">
                <a:avLst/>
              </a:prstGeom>
              <a:noFill/>
            </p:spPr>
            <p:txBody>
              <a:bodyPr wrap="square">
                <a:spAutoFit/>
              </a:bodyPr>
              <a:lstStyle/>
              <a:p>
                <a:pPr>
                  <a:buNone/>
                </a:pPr>
                <a14:m>
                  <m:oMathPara xmlns:m="http://schemas.openxmlformats.org/officeDocument/2006/math">
                    <m:oMathParaPr>
                      <m:jc m:val="centerGroup"/>
                    </m:oMathParaPr>
                    <m:oMath xmlns:m="http://schemas.openxmlformats.org/officeDocument/2006/math">
                      <m:borderBox>
                        <m:borderBoxPr>
                          <m:ctrlPr>
                            <a:rPr lang="en-GB" i="1">
                              <a:latin typeface="Cambria Math" panose="02040503050406030204" pitchFamily="18" charset="0"/>
                            </a:rPr>
                          </m:ctrlPr>
                        </m:borderBoxPr>
                        <m:e>
                          <m:r>
                            <a:rPr lang="en-GB">
                              <a:latin typeface="Cambria Math" panose="02040503050406030204" pitchFamily="18" charset="0"/>
                            </a:rPr>
                            <m:t>9</m:t>
                          </m:r>
                          <m:r>
                            <a:rPr lang="en-GB" i="0">
                              <a:latin typeface="Cambria Math" panose="02040503050406030204" pitchFamily="18" charset="0"/>
                            </a:rPr>
                            <m:t>/12</m:t>
                          </m:r>
                          <m:r>
                            <m:rPr>
                              <m:nor/>
                            </m:rPr>
                            <a:rPr lang="en-GB" b="0" i="1">
                              <a:latin typeface="Cambria Math" panose="02040503050406030204" pitchFamily="18" charset="0"/>
                            </a:rPr>
                            <m:t> </m:t>
                          </m:r>
                          <m:r>
                            <m:rPr>
                              <m:nor/>
                            </m:rPr>
                            <a:rPr lang="en-GB" b="0" i="1">
                              <a:latin typeface="Cambria Math" panose="02040503050406030204" pitchFamily="18" charset="0"/>
                            </a:rPr>
                            <m:t>collections</m:t>
                          </m:r>
                          <m:r>
                            <m:rPr>
                              <m:nor/>
                            </m:rPr>
                            <a:rPr lang="en-GB" b="0" i="1">
                              <a:latin typeface="Cambria Math" panose="02040503050406030204" pitchFamily="18" charset="0"/>
                            </a:rPr>
                            <m:t> </m:t>
                          </m:r>
                          <m:r>
                            <m:rPr>
                              <m:nor/>
                            </m:rPr>
                            <a:rPr lang="en-GB" b="0" i="1">
                              <a:latin typeface="Cambria Math" panose="02040503050406030204" pitchFamily="18" charset="0"/>
                            </a:rPr>
                            <m:t>have</m:t>
                          </m:r>
                          <m:r>
                            <m:rPr>
                              <m:nor/>
                            </m:rPr>
                            <a:rPr lang="en-GB" b="0" i="1">
                              <a:latin typeface="Cambria Math" panose="02040503050406030204" pitchFamily="18" charset="0"/>
                            </a:rPr>
                            <m:t> </m:t>
                          </m:r>
                          <m:r>
                            <m:rPr>
                              <m:nor/>
                            </m:rPr>
                            <a:rPr lang="en-GB" b="0" i="1">
                              <a:latin typeface="Cambria Math" panose="02040503050406030204" pitchFamily="18" charset="0"/>
                            </a:rPr>
                            <m:t>mean</m:t>
                          </m:r>
                          <m:r>
                            <m:rPr>
                              <m:nor/>
                            </m:rPr>
                            <a:rPr lang="en-GB" b="0" i="1">
                              <a:latin typeface="Cambria Math" panose="02040503050406030204" pitchFamily="18" charset="0"/>
                            </a:rPr>
                            <m:t> </m:t>
                          </m:r>
                          <m:r>
                            <m:rPr>
                              <m:nor/>
                            </m:rPr>
                            <a:rPr lang="en-GB" b="0" i="1">
                              <a:latin typeface="Cambria Math" panose="02040503050406030204" pitchFamily="18" charset="0"/>
                            </a:rPr>
                            <m:t>performance</m:t>
                          </m:r>
                          <m:r>
                            <m:rPr>
                              <m:nor/>
                            </m:rPr>
                            <a:rPr lang="en-GB" b="0" i="1">
                              <a:latin typeface="Cambria Math" panose="02040503050406030204" pitchFamily="18" charset="0"/>
                            </a:rPr>
                            <m:t> </m:t>
                          </m:r>
                          <m:r>
                            <a:rPr lang="en-GB" b="0" i="0">
                              <a:latin typeface="Cambria Math" panose="02040503050406030204" pitchFamily="18" charset="0"/>
                            </a:rPr>
                            <m:t>&gt;95%</m:t>
                          </m:r>
                        </m:e>
                      </m:borderBox>
                    </m:oMath>
                  </m:oMathPara>
                </a14:m>
                <a:endParaRPr lang="en-GB" b="0" dirty="0"/>
              </a:p>
            </p:txBody>
          </p:sp>
        </mc:Choice>
        <mc:Fallback xmlns="">
          <p:sp>
            <p:nvSpPr>
              <p:cNvPr id="6" name="CuadroTexto 5">
                <a:extLst>
                  <a:ext uri="{FF2B5EF4-FFF2-40B4-BE49-F238E27FC236}">
                    <a16:creationId xmlns:a16="http://schemas.microsoft.com/office/drawing/2014/main" id="{FE8A6DF7-DF1E-AA26-49E7-1BCE5C57BB8D}"/>
                  </a:ext>
                </a:extLst>
              </p:cNvPr>
              <p:cNvSpPr txBox="1">
                <a:spLocks noRot="1" noChangeAspect="1" noMove="1" noResize="1" noEditPoints="1" noAdjustHandles="1" noChangeArrowheads="1" noChangeShapeType="1" noTextEdit="1"/>
              </p:cNvSpPr>
              <p:nvPr/>
            </p:nvSpPr>
            <p:spPr>
              <a:xfrm>
                <a:off x="3270553" y="1088143"/>
                <a:ext cx="6096000" cy="459165"/>
              </a:xfrm>
              <a:prstGeom prst="rect">
                <a:avLst/>
              </a:prstGeom>
              <a:blipFill>
                <a:blip r:embed="rId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9769188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076D6-967D-A607-16A0-B56C88E6C3D2}"/>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4D1243F8-9BE1-E6E0-17E2-FBA884F24947}"/>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FB4F725B-0315-BF37-FA3E-370279EC4B65}"/>
              </a:ext>
            </a:extLst>
          </p:cNvPr>
          <p:cNvSpPr>
            <a:spLocks noGrp="1"/>
          </p:cNvSpPr>
          <p:nvPr>
            <p:ph type="title"/>
          </p:nvPr>
        </p:nvSpPr>
        <p:spPr>
          <a:xfrm>
            <a:off x="504547" y="376477"/>
            <a:ext cx="9208008" cy="462430"/>
          </a:xfrm>
        </p:spPr>
        <p:txBody>
          <a:bodyPr>
            <a:noAutofit/>
          </a:bodyPr>
          <a:lstStyle/>
          <a:p>
            <a:r>
              <a:rPr lang="es-MX" sz="2400" b="1" dirty="0">
                <a:solidFill>
                  <a:srgbClr val="D24369"/>
                </a:solidFill>
                <a:latin typeface="Arial"/>
                <a:cs typeface="Arial"/>
              </a:rPr>
              <a:t>Next </a:t>
            </a:r>
            <a:r>
              <a:rPr lang="es-MX" sz="2400" b="1" dirty="0" err="1">
                <a:solidFill>
                  <a:srgbClr val="D24369"/>
                </a:solidFill>
                <a:latin typeface="Arial"/>
                <a:cs typeface="Arial"/>
              </a:rPr>
              <a:t>steps</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DFBC95DE-77FE-47F4-461F-B6456FCE6B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graphicFrame>
        <p:nvGraphicFramePr>
          <p:cNvPr id="3" name="Tabla 2">
            <a:extLst>
              <a:ext uri="{FF2B5EF4-FFF2-40B4-BE49-F238E27FC236}">
                <a16:creationId xmlns:a16="http://schemas.microsoft.com/office/drawing/2014/main" id="{EB3907C3-7201-625A-8D97-363FF709F8AD}"/>
              </a:ext>
            </a:extLst>
          </p:cNvPr>
          <p:cNvGraphicFramePr>
            <a:graphicFrameLocks noGrp="1"/>
          </p:cNvGraphicFramePr>
          <p:nvPr>
            <p:extLst>
              <p:ext uri="{D42A27DB-BD31-4B8C-83A1-F6EECF244321}">
                <p14:modId xmlns:p14="http://schemas.microsoft.com/office/powerpoint/2010/main" val="1849834688"/>
              </p:ext>
            </p:extLst>
          </p:nvPr>
        </p:nvGraphicFramePr>
        <p:xfrm>
          <a:off x="838200" y="1812540"/>
          <a:ext cx="10515600" cy="2926080"/>
        </p:xfrm>
        <a:graphic>
          <a:graphicData uri="http://schemas.openxmlformats.org/drawingml/2006/table">
            <a:tbl>
              <a:tblPr/>
              <a:tblGrid>
                <a:gridCol w="5257800">
                  <a:extLst>
                    <a:ext uri="{9D8B030D-6E8A-4147-A177-3AD203B41FA5}">
                      <a16:colId xmlns:a16="http://schemas.microsoft.com/office/drawing/2014/main" val="2623750407"/>
                    </a:ext>
                  </a:extLst>
                </a:gridCol>
                <a:gridCol w="5257800">
                  <a:extLst>
                    <a:ext uri="{9D8B030D-6E8A-4147-A177-3AD203B41FA5}">
                      <a16:colId xmlns:a16="http://schemas.microsoft.com/office/drawing/2014/main" val="1366063246"/>
                    </a:ext>
                  </a:extLst>
                </a:gridCol>
              </a:tblGrid>
              <a:tr h="0">
                <a:tc>
                  <a:txBody>
                    <a:bodyPr/>
                    <a:lstStyle/>
                    <a:p>
                      <a:pPr>
                        <a:buNone/>
                      </a:pPr>
                      <a:r>
                        <a:rPr lang="en-GB" b="1" dirty="0"/>
                        <a:t>Tolerance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549908"/>
                  </a:ext>
                </a:extLst>
              </a:tr>
              <a:tr h="0">
                <a:tc>
                  <a:txBody>
                    <a:bodyPr/>
                    <a:lstStyle/>
                    <a:p>
                      <a:pPr>
                        <a:buNone/>
                      </a:pPr>
                      <a:r>
                        <a:rPr lang="en-GB"/>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61.37%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0075661"/>
                  </a:ext>
                </a:extLst>
              </a:tr>
              <a:tr h="0">
                <a:tc>
                  <a:txBody>
                    <a:bodyPr/>
                    <a:lstStyle/>
                    <a:p>
                      <a:pPr>
                        <a:buNone/>
                      </a:pPr>
                      <a:r>
                        <a:rPr lang="en-GB"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86.98%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7863846"/>
                  </a:ext>
                </a:extLst>
              </a:tr>
              <a:tr h="0">
                <a:tc>
                  <a:txBody>
                    <a:bodyPr/>
                    <a:lstStyle/>
                    <a:p>
                      <a:pPr>
                        <a:buNone/>
                      </a:pPr>
                      <a:r>
                        <a:rPr lang="en-GB" b="1"/>
                        <a:t>±3</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94.68%</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2957035"/>
                  </a:ext>
                </a:extLst>
              </a:tr>
              <a:tr h="0">
                <a:tc>
                  <a:txBody>
                    <a:bodyPr/>
                    <a:lstStyle/>
                    <a:p>
                      <a:pPr>
                        <a:buNone/>
                      </a:pPr>
                      <a:r>
                        <a:rPr lang="en-GB"/>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97.63%</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9111257"/>
                  </a:ext>
                </a:extLst>
              </a:tr>
              <a:tr h="0">
                <a:tc>
                  <a:txBody>
                    <a:bodyPr/>
                    <a:lstStyle/>
                    <a:p>
                      <a:pPr>
                        <a:buNone/>
                      </a:pPr>
                      <a:r>
                        <a:rPr lang="en-GB"/>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98.83%</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4736268"/>
                  </a:ext>
                </a:extLst>
              </a:tr>
              <a:tr h="0">
                <a:tc>
                  <a:txBody>
                    <a:bodyPr/>
                    <a:lstStyle/>
                    <a:p>
                      <a:pPr>
                        <a:buNone/>
                      </a:pPr>
                      <a:r>
                        <a:rPr lang="en-GB"/>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99.38%</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6033383"/>
                  </a:ext>
                </a:extLst>
              </a:tr>
              <a:tr h="0">
                <a:tc>
                  <a:txBody>
                    <a:bodyPr/>
                    <a:lstStyle/>
                    <a:p>
                      <a:pPr>
                        <a:buNone/>
                      </a:pPr>
                      <a:r>
                        <a:rPr lang="en-GB"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100%</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1607051"/>
                  </a:ext>
                </a:extLst>
              </a:tr>
            </a:tbl>
          </a:graphicData>
        </a:graphic>
      </p:graphicFrame>
    </p:spTree>
    <p:extLst>
      <p:ext uri="{BB962C8B-B14F-4D97-AF65-F5344CB8AC3E}">
        <p14:creationId xmlns:p14="http://schemas.microsoft.com/office/powerpoint/2010/main" val="1382035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7DF6A-9FA7-49AB-3E4A-2F5E29AB9516}"/>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B6DEF090-08DA-7E34-9595-E55CB0A4E703}"/>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22B5E1D8-50DF-8FE9-D063-E80042EE94ED}"/>
              </a:ext>
            </a:extLst>
          </p:cNvPr>
          <p:cNvSpPr>
            <a:spLocks noGrp="1"/>
          </p:cNvSpPr>
          <p:nvPr>
            <p:ph type="title"/>
          </p:nvPr>
        </p:nvSpPr>
        <p:spPr>
          <a:xfrm>
            <a:off x="504547" y="376477"/>
            <a:ext cx="9208008" cy="462430"/>
          </a:xfrm>
        </p:spPr>
        <p:txBody>
          <a:bodyPr>
            <a:noAutofit/>
          </a:bodyPr>
          <a:lstStyle/>
          <a:p>
            <a:r>
              <a:rPr lang="es-MX" sz="2400" b="1" dirty="0">
                <a:solidFill>
                  <a:srgbClr val="D24369"/>
                </a:solidFill>
                <a:latin typeface="Arial"/>
                <a:cs typeface="Arial"/>
              </a:rPr>
              <a:t>Next </a:t>
            </a:r>
            <a:r>
              <a:rPr lang="es-MX" sz="2400" b="1" dirty="0" err="1">
                <a:solidFill>
                  <a:srgbClr val="D24369"/>
                </a:solidFill>
                <a:latin typeface="Arial"/>
                <a:cs typeface="Arial"/>
              </a:rPr>
              <a:t>steps</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E89A665D-C78A-0706-DDCF-030E7AC757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pic>
        <p:nvPicPr>
          <p:cNvPr id="4" name="Imagen 3">
            <a:extLst>
              <a:ext uri="{FF2B5EF4-FFF2-40B4-BE49-F238E27FC236}">
                <a16:creationId xmlns:a16="http://schemas.microsoft.com/office/drawing/2014/main" id="{14764C31-6CB9-706E-3A40-429C1B32FD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42017" y="376477"/>
            <a:ext cx="2149419" cy="6187924"/>
          </a:xfrm>
          <a:prstGeom prst="rect">
            <a:avLst/>
          </a:prstGeom>
        </p:spPr>
      </p:pic>
    </p:spTree>
    <p:extLst>
      <p:ext uri="{BB962C8B-B14F-4D97-AF65-F5344CB8AC3E}">
        <p14:creationId xmlns:p14="http://schemas.microsoft.com/office/powerpoint/2010/main" val="32121620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DBA56-EB71-0D67-B0C6-96A4B1E8B093}"/>
            </a:ext>
          </a:extLst>
        </p:cNvPr>
        <p:cNvGrpSpPr/>
        <p:nvPr/>
      </p:nvGrpSpPr>
      <p:grpSpPr>
        <a:xfrm>
          <a:off x="0" y="0"/>
          <a:ext cx="0" cy="0"/>
          <a:chOff x="0" y="0"/>
          <a:chExt cx="0" cy="0"/>
        </a:xfrm>
      </p:grpSpPr>
      <p:cxnSp>
        <p:nvCxnSpPr>
          <p:cNvPr id="9" name="Přímá spojnice 8">
            <a:extLst>
              <a:ext uri="{FF2B5EF4-FFF2-40B4-BE49-F238E27FC236}">
                <a16:creationId xmlns:a16="http://schemas.microsoft.com/office/drawing/2014/main" id="{AA24BB93-97BC-4B2D-7F48-F718E29660FC}"/>
              </a:ext>
            </a:extLst>
          </p:cNvPr>
          <p:cNvCxnSpPr/>
          <p:nvPr/>
        </p:nvCxnSpPr>
        <p:spPr>
          <a:xfrm flipV="1">
            <a:off x="415091" y="920112"/>
            <a:ext cx="11532713" cy="5718"/>
          </a:xfrm>
          <a:prstGeom prst="line">
            <a:avLst/>
          </a:prstGeom>
          <a:ln>
            <a:solidFill>
              <a:srgbClr val="D24369"/>
            </a:solidFill>
          </a:ln>
        </p:spPr>
        <p:style>
          <a:lnRef idx="3">
            <a:schemeClr val="accent2"/>
          </a:lnRef>
          <a:fillRef idx="0">
            <a:schemeClr val="accent2"/>
          </a:fillRef>
          <a:effectRef idx="2">
            <a:schemeClr val="accent2"/>
          </a:effectRef>
          <a:fontRef idx="minor">
            <a:schemeClr val="tx1"/>
          </a:fontRef>
        </p:style>
      </p:cxnSp>
      <p:sp>
        <p:nvSpPr>
          <p:cNvPr id="30" name="Title 1">
            <a:extLst>
              <a:ext uri="{FF2B5EF4-FFF2-40B4-BE49-F238E27FC236}">
                <a16:creationId xmlns:a16="http://schemas.microsoft.com/office/drawing/2014/main" id="{53D3C3E0-A8BA-F103-A13A-CFFF47E63306}"/>
              </a:ext>
            </a:extLst>
          </p:cNvPr>
          <p:cNvSpPr>
            <a:spLocks noGrp="1"/>
          </p:cNvSpPr>
          <p:nvPr>
            <p:ph type="title"/>
          </p:nvPr>
        </p:nvSpPr>
        <p:spPr>
          <a:xfrm>
            <a:off x="504547" y="376477"/>
            <a:ext cx="9208008" cy="462430"/>
          </a:xfrm>
        </p:spPr>
        <p:txBody>
          <a:bodyPr>
            <a:noAutofit/>
          </a:bodyPr>
          <a:lstStyle/>
          <a:p>
            <a:r>
              <a:rPr lang="es-MX" sz="2400" b="1" dirty="0">
                <a:solidFill>
                  <a:srgbClr val="D24369"/>
                </a:solidFill>
                <a:latin typeface="Arial"/>
                <a:cs typeface="Arial"/>
              </a:rPr>
              <a:t>Next </a:t>
            </a:r>
            <a:r>
              <a:rPr lang="es-MX" sz="2400" b="1" dirty="0" err="1">
                <a:solidFill>
                  <a:srgbClr val="D24369"/>
                </a:solidFill>
                <a:latin typeface="Arial"/>
                <a:cs typeface="Arial"/>
              </a:rPr>
              <a:t>steps</a:t>
            </a:r>
            <a:endParaRPr lang="en-GB" sz="2000" b="1" dirty="0">
              <a:solidFill>
                <a:schemeClr val="accent6"/>
              </a:solidFill>
              <a:latin typeface="Arial" panose="020B0604020202020204" pitchFamily="34" charset="0"/>
              <a:cs typeface="Arial" panose="020B0604020202020204" pitchFamily="34" charset="0"/>
            </a:endParaRPr>
          </a:p>
        </p:txBody>
      </p:sp>
      <p:pic>
        <p:nvPicPr>
          <p:cNvPr id="5" name="Picture 4" descr="A black and pink logo&#10;&#10;Description automatically generated">
            <a:extLst>
              <a:ext uri="{FF2B5EF4-FFF2-40B4-BE49-F238E27FC236}">
                <a16:creationId xmlns:a16="http://schemas.microsoft.com/office/drawing/2014/main" id="{93607D4F-7828-41BC-4C14-E5BF1C82E5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2260" y="298634"/>
            <a:ext cx="1483048" cy="621478"/>
          </a:xfrm>
          <a:prstGeom prst="rect">
            <a:avLst/>
          </a:prstGeom>
        </p:spPr>
      </p:pic>
      <p:graphicFrame>
        <p:nvGraphicFramePr>
          <p:cNvPr id="3" name="Tabla 2">
            <a:extLst>
              <a:ext uri="{FF2B5EF4-FFF2-40B4-BE49-F238E27FC236}">
                <a16:creationId xmlns:a16="http://schemas.microsoft.com/office/drawing/2014/main" id="{9EAD602B-6690-45E5-C678-DEDBB0501758}"/>
              </a:ext>
            </a:extLst>
          </p:cNvPr>
          <p:cNvGraphicFramePr>
            <a:graphicFrameLocks noGrp="1"/>
          </p:cNvGraphicFramePr>
          <p:nvPr>
            <p:extLst>
              <p:ext uri="{D42A27DB-BD31-4B8C-83A1-F6EECF244321}">
                <p14:modId xmlns:p14="http://schemas.microsoft.com/office/powerpoint/2010/main" val="805120667"/>
              </p:ext>
            </p:extLst>
          </p:nvPr>
        </p:nvGraphicFramePr>
        <p:xfrm>
          <a:off x="838200" y="3178334"/>
          <a:ext cx="10515600" cy="1645920"/>
        </p:xfrm>
        <a:graphic>
          <a:graphicData uri="http://schemas.openxmlformats.org/drawingml/2006/table">
            <a:tbl>
              <a:tblPr/>
              <a:tblGrid>
                <a:gridCol w="1752600">
                  <a:extLst>
                    <a:ext uri="{9D8B030D-6E8A-4147-A177-3AD203B41FA5}">
                      <a16:colId xmlns:a16="http://schemas.microsoft.com/office/drawing/2014/main" val="1283653513"/>
                    </a:ext>
                  </a:extLst>
                </a:gridCol>
                <a:gridCol w="1752600">
                  <a:extLst>
                    <a:ext uri="{9D8B030D-6E8A-4147-A177-3AD203B41FA5}">
                      <a16:colId xmlns:a16="http://schemas.microsoft.com/office/drawing/2014/main" val="2216049660"/>
                    </a:ext>
                  </a:extLst>
                </a:gridCol>
                <a:gridCol w="1752600">
                  <a:extLst>
                    <a:ext uri="{9D8B030D-6E8A-4147-A177-3AD203B41FA5}">
                      <a16:colId xmlns:a16="http://schemas.microsoft.com/office/drawing/2014/main" val="2099694881"/>
                    </a:ext>
                  </a:extLst>
                </a:gridCol>
                <a:gridCol w="1752600">
                  <a:extLst>
                    <a:ext uri="{9D8B030D-6E8A-4147-A177-3AD203B41FA5}">
                      <a16:colId xmlns:a16="http://schemas.microsoft.com/office/drawing/2014/main" val="4274930659"/>
                    </a:ext>
                  </a:extLst>
                </a:gridCol>
                <a:gridCol w="1752600">
                  <a:extLst>
                    <a:ext uri="{9D8B030D-6E8A-4147-A177-3AD203B41FA5}">
                      <a16:colId xmlns:a16="http://schemas.microsoft.com/office/drawing/2014/main" val="2974405383"/>
                    </a:ext>
                  </a:extLst>
                </a:gridCol>
                <a:gridCol w="1752600">
                  <a:extLst>
                    <a:ext uri="{9D8B030D-6E8A-4147-A177-3AD203B41FA5}">
                      <a16:colId xmlns:a16="http://schemas.microsoft.com/office/drawing/2014/main" val="2909357089"/>
                    </a:ext>
                  </a:extLst>
                </a:gridCol>
              </a:tblGrid>
              <a:tr h="0">
                <a:tc>
                  <a:txBody>
                    <a:bodyPr/>
                    <a:lstStyle/>
                    <a:p>
                      <a:pPr>
                        <a:buNone/>
                      </a:pPr>
                      <a:r>
                        <a:rPr lang="en-GB" b="1" dirty="0"/>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Points used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Mean within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Median within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Mean MAE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Batches ≥95%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7799175"/>
                  </a:ext>
                </a:extLst>
              </a:tr>
              <a:tr h="0">
                <a:tc>
                  <a:txBody>
                    <a:bodyPr/>
                    <a:lstStyle/>
                    <a:p>
                      <a:pPr>
                        <a:buNone/>
                      </a:pPr>
                      <a:r>
                        <a:rPr lang="en-GB"/>
                        <a:t>Quadratic oracle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~140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85.53%</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88.57%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1.65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0 / 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7518400"/>
                  </a:ext>
                </a:extLst>
              </a:tr>
              <a:tr h="0">
                <a:tc>
                  <a:txBody>
                    <a:bodyPr/>
                    <a:lstStyle/>
                    <a:p>
                      <a:pPr>
                        <a:buNone/>
                      </a:pPr>
                      <a:r>
                        <a:rPr lang="en-GB" b="1"/>
                        <a:t>Cubic oracle</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t>~140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91.75%</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94.29%</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a:t>1.29</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1" dirty="0"/>
                        <a:t>12 / 31</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2002735"/>
                  </a:ext>
                </a:extLst>
              </a:tr>
            </a:tbl>
          </a:graphicData>
        </a:graphic>
      </p:graphicFrame>
      <p:sp>
        <p:nvSpPr>
          <p:cNvPr id="7" name="CuadroTexto 6">
            <a:extLst>
              <a:ext uri="{FF2B5EF4-FFF2-40B4-BE49-F238E27FC236}">
                <a16:creationId xmlns:a16="http://schemas.microsoft.com/office/drawing/2014/main" id="{A6C2BD4A-E87F-AABA-10D8-35FAD7CDF01E}"/>
              </a:ext>
            </a:extLst>
          </p:cNvPr>
          <p:cNvSpPr txBox="1"/>
          <p:nvPr/>
        </p:nvSpPr>
        <p:spPr>
          <a:xfrm>
            <a:off x="764418" y="2168081"/>
            <a:ext cx="6096000" cy="923330"/>
          </a:xfrm>
          <a:prstGeom prst="rect">
            <a:avLst/>
          </a:prstGeom>
          <a:noFill/>
        </p:spPr>
        <p:txBody>
          <a:bodyPr wrap="square">
            <a:spAutoFit/>
          </a:bodyPr>
          <a:lstStyle/>
          <a:p>
            <a:pPr>
              <a:buNone/>
            </a:pPr>
            <a:r>
              <a:rPr lang="en-GB" b="1" dirty="0"/>
              <a:t>Is quadratic curvature sufficient?</a:t>
            </a:r>
          </a:p>
          <a:p>
            <a:pPr>
              <a:buNone/>
            </a:pPr>
            <a:r>
              <a:rPr lang="en-GB" i="1" dirty="0"/>
              <a:t>Evaluated on the 31 batches that failed the quadratic-oracle target.</a:t>
            </a:r>
            <a:endParaRPr lang="en-GB" dirty="0"/>
          </a:p>
        </p:txBody>
      </p:sp>
      <p:sp>
        <p:nvSpPr>
          <p:cNvPr id="10" name="CuadroTexto 9">
            <a:extLst>
              <a:ext uri="{FF2B5EF4-FFF2-40B4-BE49-F238E27FC236}">
                <a16:creationId xmlns:a16="http://schemas.microsoft.com/office/drawing/2014/main" id="{7F85BEFB-0343-D920-0A1F-081080A0D812}"/>
              </a:ext>
            </a:extLst>
          </p:cNvPr>
          <p:cNvSpPr txBox="1"/>
          <p:nvPr/>
        </p:nvSpPr>
        <p:spPr>
          <a:xfrm>
            <a:off x="764418" y="4971516"/>
            <a:ext cx="10721220" cy="923330"/>
          </a:xfrm>
          <a:prstGeom prst="rect">
            <a:avLst/>
          </a:prstGeom>
          <a:noFill/>
        </p:spPr>
        <p:txBody>
          <a:bodyPr wrap="square">
            <a:spAutoFit/>
          </a:bodyPr>
          <a:lstStyle/>
          <a:p>
            <a:r>
              <a:rPr lang="en-GB" dirty="0"/>
              <a:t>Higher-order curvature explains a subset of the difficult batches: cubic modelling recovered 12 of 31 quadratic failures. However, 19 batches remain below target even with a full-data cubic fit, suggesting local surface irregularities, autofocus variability, or measurement noise beyond smooth geometric curvature.</a:t>
            </a:r>
          </a:p>
        </p:txBody>
      </p:sp>
    </p:spTree>
    <p:extLst>
      <p:ext uri="{BB962C8B-B14F-4D97-AF65-F5344CB8AC3E}">
        <p14:creationId xmlns:p14="http://schemas.microsoft.com/office/powerpoint/2010/main" val="15250479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1295</Words>
  <Application>Microsoft Office PowerPoint</Application>
  <PresentationFormat>Panorámica</PresentationFormat>
  <Paragraphs>520</Paragraphs>
  <Slides>26</Slides>
  <Notes>26</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26</vt:i4>
      </vt:variant>
    </vt:vector>
  </HeadingPairs>
  <TitlesOfParts>
    <vt:vector size="33" baseType="lpstr">
      <vt:lpstr>Aptos</vt:lpstr>
      <vt:lpstr>Aptos Display</vt:lpstr>
      <vt:lpstr>Aptos Narrow</vt:lpstr>
      <vt:lpstr>Arial</vt:lpstr>
      <vt:lpstr>Cambria Math</vt:lpstr>
      <vt:lpstr>Google Sans Text</vt:lpstr>
      <vt:lpstr>Office Theme</vt:lpstr>
      <vt:lpstr> Feasibility analysis of a five-point geometric calibration approach</vt:lpstr>
      <vt:lpstr>Presentación de PowerPoint</vt:lpstr>
      <vt:lpstr>Approach 1 — Five-Point Focus Calibration</vt:lpstr>
      <vt:lpstr>Approach 1 — Five-Point Focus Calibration</vt:lpstr>
      <vt:lpstr>Approach 1 — Five-Point Focus Calibration</vt:lpstr>
      <vt:lpstr>Approach 1 — Five-Point Focus Calibration</vt:lpstr>
      <vt:lpstr>Approach 1 — Five-Point Focus Calibration</vt:lpstr>
      <vt:lpstr>Approach 1 — Five-Point Focus Calibration</vt:lpstr>
      <vt:lpstr>Focus-plane parameters vary across batches</vt:lpstr>
      <vt:lpstr>Approach 1 — Five-Point Focus Calibration</vt:lpstr>
      <vt:lpstr>Approach 1 — Five-Point Focus Calibration</vt:lpstr>
      <vt:lpstr>Approach 1 — Five-Point Focus Calibration</vt:lpstr>
      <vt:lpstr>Collections</vt:lpstr>
      <vt:lpstr>Next steps</vt:lpstr>
      <vt:lpstr>Next steps</vt:lpstr>
      <vt:lpstr>Next steps</vt:lpstr>
      <vt:lpstr>Next steps</vt:lpstr>
      <vt:lpstr>Next steps</vt:lpstr>
      <vt:lpstr>Next steps</vt:lpstr>
      <vt:lpstr>Next steps</vt:lpstr>
      <vt:lpstr>Next steps</vt:lpstr>
      <vt:lpstr>Next steps</vt:lpstr>
      <vt:lpstr>Next steps</vt:lpstr>
      <vt:lpstr>Next steps</vt:lpstr>
      <vt:lpstr>Next steps</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Martin Espinoza Salomon</dc:creator>
  <cp:lastModifiedBy>Edison Vazquez Gordillo</cp:lastModifiedBy>
  <cp:revision>71</cp:revision>
  <dcterms:created xsi:type="dcterms:W3CDTF">2026-03-03T17:04:26Z</dcterms:created>
  <dcterms:modified xsi:type="dcterms:W3CDTF">2026-09-08T13:39:24Z</dcterms:modified>
</cp:coreProperties>
</file>